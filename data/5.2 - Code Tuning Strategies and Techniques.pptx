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4"/>
    <p:sldMasterId id="2147483757" r:id="rId5"/>
  </p:sldMasterIdLst>
  <p:notesMasterIdLst>
    <p:notesMasterId r:id="rId25"/>
  </p:notesMasterIdLst>
  <p:sldIdLst>
    <p:sldId id="330" r:id="rId6"/>
    <p:sldId id="419" r:id="rId7"/>
    <p:sldId id="420" r:id="rId8"/>
    <p:sldId id="421" r:id="rId9"/>
    <p:sldId id="415" r:id="rId10"/>
    <p:sldId id="465" r:id="rId11"/>
    <p:sldId id="466" r:id="rId12"/>
    <p:sldId id="467" r:id="rId13"/>
    <p:sldId id="468" r:id="rId14"/>
    <p:sldId id="469" r:id="rId15"/>
    <p:sldId id="477" r:id="rId16"/>
    <p:sldId id="478" r:id="rId17"/>
    <p:sldId id="479" r:id="rId18"/>
    <p:sldId id="480" r:id="rId19"/>
    <p:sldId id="481" r:id="rId20"/>
    <p:sldId id="482" r:id="rId21"/>
    <p:sldId id="483" r:id="rId22"/>
    <p:sldId id="476" r:id="rId23"/>
    <p:sldId id="413"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apter" id="{EB54229A-E673-4F50-937B-310B31E2AF04}">
          <p14:sldIdLst>
            <p14:sldId id="330"/>
            <p14:sldId id="419"/>
            <p14:sldId id="420"/>
            <p14:sldId id="421"/>
            <p14:sldId id="415"/>
            <p14:sldId id="465"/>
            <p14:sldId id="466"/>
            <p14:sldId id="467"/>
            <p14:sldId id="468"/>
            <p14:sldId id="469"/>
            <p14:sldId id="477"/>
            <p14:sldId id="478"/>
            <p14:sldId id="479"/>
            <p14:sldId id="480"/>
            <p14:sldId id="481"/>
            <p14:sldId id="482"/>
            <p14:sldId id="483"/>
            <p14:sldId id="476"/>
            <p14:sldId id="41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CDEA"/>
    <a:srgbClr val="0A4B67"/>
    <a:srgbClr val="88A6B1"/>
    <a:srgbClr val="565351"/>
    <a:srgbClr val="767270"/>
    <a:srgbClr val="FFFFD1"/>
    <a:srgbClr val="6E96A2"/>
    <a:srgbClr val="6B9F25"/>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68BBAC-941F-411B-859A-E360E1CE5D5F}" v="1" dt="2023-11-06T05:44:14.5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909" autoAdjust="0"/>
    <p:restoredTop sz="83534" autoAdjust="0"/>
  </p:normalViewPr>
  <p:slideViewPr>
    <p:cSldViewPr snapToGrid="0">
      <p:cViewPr varScale="1">
        <p:scale>
          <a:sx n="92" d="100"/>
          <a:sy n="92" d="100"/>
        </p:scale>
        <p:origin x="175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ad Dakhilallah Mohammad Alahmadi" userId="9b436a58-7297-423f-8410-66c59c69358a" providerId="ADAL" clId="{A868BBAC-941F-411B-859A-E360E1CE5D5F}"/>
    <pc:docChg chg="custSel delSld modSld modSection">
      <pc:chgData name="Mohammad Dakhilallah Mohammad Alahmadi" userId="9b436a58-7297-423f-8410-66c59c69358a" providerId="ADAL" clId="{A868BBAC-941F-411B-859A-E360E1CE5D5F}" dt="2023-12-15T16:50:35.665" v="102" actId="1035"/>
      <pc:docMkLst>
        <pc:docMk/>
      </pc:docMkLst>
      <pc:sldChg chg="modNotesTx">
        <pc:chgData name="Mohammad Dakhilallah Mohammad Alahmadi" userId="9b436a58-7297-423f-8410-66c59c69358a" providerId="ADAL" clId="{A868BBAC-941F-411B-859A-E360E1CE5D5F}" dt="2023-11-06T05:28:39.075" v="75" actId="20577"/>
        <pc:sldMkLst>
          <pc:docMk/>
          <pc:sldMk cId="3810758988" sldId="421"/>
        </pc:sldMkLst>
      </pc:sldChg>
      <pc:sldChg chg="del">
        <pc:chgData name="Mohammad Dakhilallah Mohammad Alahmadi" userId="9b436a58-7297-423f-8410-66c59c69358a" providerId="ADAL" clId="{A868BBAC-941F-411B-859A-E360E1CE5D5F}" dt="2023-10-14T00:14:51.262" v="0" actId="47"/>
        <pc:sldMkLst>
          <pc:docMk/>
          <pc:sldMk cId="2586610191" sldId="423"/>
        </pc:sldMkLst>
      </pc:sldChg>
      <pc:sldChg chg="modSp mod modNotesTx">
        <pc:chgData name="Mohammad Dakhilallah Mohammad Alahmadi" userId="9b436a58-7297-423f-8410-66c59c69358a" providerId="ADAL" clId="{A868BBAC-941F-411B-859A-E360E1CE5D5F}" dt="2023-11-06T05:44:15.381" v="101"/>
        <pc:sldMkLst>
          <pc:docMk/>
          <pc:sldMk cId="3107751706" sldId="469"/>
        </pc:sldMkLst>
        <pc:spChg chg="mod">
          <ac:chgData name="Mohammad Dakhilallah Mohammad Alahmadi" userId="9b436a58-7297-423f-8410-66c59c69358a" providerId="ADAL" clId="{A868BBAC-941F-411B-859A-E360E1CE5D5F}" dt="2023-11-06T05:31:41.228" v="87" actId="1036"/>
          <ac:spMkLst>
            <pc:docMk/>
            <pc:sldMk cId="3107751706" sldId="469"/>
            <ac:spMk id="6" creationId="{93B6F323-1923-221E-9317-1BCA2BDBC07F}"/>
          </ac:spMkLst>
        </pc:spChg>
      </pc:sldChg>
      <pc:sldChg chg="modSp mod">
        <pc:chgData name="Mohammad Dakhilallah Mohammad Alahmadi" userId="9b436a58-7297-423f-8410-66c59c69358a" providerId="ADAL" clId="{A868BBAC-941F-411B-859A-E360E1CE5D5F}" dt="2023-12-15T16:50:35.665" v="102" actId="1035"/>
        <pc:sldMkLst>
          <pc:docMk/>
          <pc:sldMk cId="3564204740" sldId="478"/>
        </pc:sldMkLst>
        <pc:spChg chg="mod">
          <ac:chgData name="Mohammad Dakhilallah Mohammad Alahmadi" userId="9b436a58-7297-423f-8410-66c59c69358a" providerId="ADAL" clId="{A868BBAC-941F-411B-859A-E360E1CE5D5F}" dt="2023-12-15T16:50:35.665" v="102" actId="1035"/>
          <ac:spMkLst>
            <pc:docMk/>
            <pc:sldMk cId="3564204740" sldId="478"/>
            <ac:spMk id="10" creationId="{10AA6EEF-4212-DADC-C319-E111F52E16F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C8B844-FEB7-40E9-8905-10D1181F788D}" type="datetimeFigureOut">
              <a:rPr lang="en-US" smtClean="0"/>
              <a:t>12/15/2023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48F4A1-044F-45DC-A6AA-9EC3247C362C}" type="slidenum">
              <a:rPr lang="en-US" smtClean="0"/>
              <a:t>‹#›</a:t>
            </a:fld>
            <a:endParaRPr lang="en-US"/>
          </a:p>
        </p:txBody>
      </p:sp>
    </p:spTree>
    <p:extLst>
      <p:ext uri="{BB962C8B-B14F-4D97-AF65-F5344CB8AC3E}">
        <p14:creationId xmlns:p14="http://schemas.microsoft.com/office/powerpoint/2010/main" val="2990148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C9B6E0E-3217-4A19-A07B-3D01EE03876A}"/>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3" name="Rectangle 3">
            <a:extLst>
              <a:ext uri="{FF2B5EF4-FFF2-40B4-BE49-F238E27FC236}">
                <a16:creationId xmlns:a16="http://schemas.microsoft.com/office/drawing/2014/main" id="{1FDB8EE8-7C53-490C-9686-35338E0B09CB}"/>
              </a:ext>
            </a:extLst>
          </p:cNvPr>
          <p:cNvSpPr>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a:t>Last Update: 22/8/2019</a:t>
            </a:r>
          </a:p>
          <a:p>
            <a:r>
              <a:rPr lang="en-US" altLang="en-US"/>
              <a:t>Version 1.0</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are computing log2 each time we call this method. </a:t>
            </a:r>
          </a:p>
          <a:p>
            <a:endParaRPr lang="en-US" dirty="0"/>
          </a:p>
        </p:txBody>
      </p:sp>
      <p:sp>
        <p:nvSpPr>
          <p:cNvPr id="4" name="Slide Number Placeholder 3"/>
          <p:cNvSpPr>
            <a:spLocks noGrp="1"/>
          </p:cNvSpPr>
          <p:nvPr>
            <p:ph type="sldNum" sz="quarter" idx="5"/>
          </p:nvPr>
        </p:nvSpPr>
        <p:spPr/>
        <p:txBody>
          <a:bodyPr/>
          <a:lstStyle/>
          <a:p>
            <a:fld id="{8248F4A1-044F-45DC-A6AA-9EC3247C362C}" type="slidenum">
              <a:rPr lang="en-US" smtClean="0"/>
              <a:t>4</a:t>
            </a:fld>
            <a:endParaRPr lang="en-US"/>
          </a:p>
        </p:txBody>
      </p:sp>
    </p:spTree>
    <p:extLst>
      <p:ext uri="{BB962C8B-B14F-4D97-AF65-F5344CB8AC3E}">
        <p14:creationId xmlns:p14="http://schemas.microsoft.com/office/powerpoint/2010/main" val="3952966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buFont typeface="Arial" panose="020B0604020202020204" pitchFamily="34" charset="0"/>
              <a:buNone/>
            </a:pPr>
            <a:r>
              <a:rPr lang="en-US" b="0" i="0" dirty="0">
                <a:solidFill>
                  <a:srgbClr val="161616"/>
                </a:solidFill>
                <a:effectLst/>
                <a:latin typeface="IBM Plex Sans" panose="020B0503050203000203" pitchFamily="34" charset="0"/>
              </a:rPr>
              <a:t>XDR defines the single-precision floating-point data type as a </a:t>
            </a:r>
            <a:r>
              <a:rPr lang="en-US" b="0" i="1" dirty="0">
                <a:solidFill>
                  <a:srgbClr val="161616"/>
                </a:solidFill>
                <a:effectLst/>
                <a:latin typeface="IBM Plex Sans" panose="020B0503050203000203" pitchFamily="34" charset="0"/>
              </a:rPr>
              <a:t>float</a:t>
            </a:r>
            <a:r>
              <a:rPr lang="en-US" b="0" i="0" dirty="0">
                <a:solidFill>
                  <a:srgbClr val="161616"/>
                </a:solidFill>
                <a:effectLst/>
                <a:latin typeface="IBM Plex Sans" panose="020B0503050203000203" pitchFamily="34" charset="0"/>
              </a:rPr>
              <a:t>.</a:t>
            </a:r>
            <a:endParaRPr lang="en-US" b="0" i="0" dirty="0">
              <a:solidFill>
                <a:srgbClr val="161616"/>
              </a:solidFill>
              <a:effectLst/>
              <a:latin typeface="inherit"/>
            </a:endParaRPr>
          </a:p>
          <a:p>
            <a:pPr algn="l" fontAlgn="base">
              <a:buFont typeface="Arial" panose="020B0604020202020204" pitchFamily="34" charset="0"/>
              <a:buNone/>
            </a:pPr>
            <a:r>
              <a:rPr lang="en-US" b="0" i="0" dirty="0">
                <a:solidFill>
                  <a:srgbClr val="161616"/>
                </a:solidFill>
                <a:effectLst/>
                <a:latin typeface="inherit"/>
              </a:rPr>
              <a:t>The XDR standard defines the encoding for the double-precision floating-point data type as a </a:t>
            </a:r>
            <a:r>
              <a:rPr lang="en-US" b="0" i="1" dirty="0">
                <a:solidFill>
                  <a:srgbClr val="161616"/>
                </a:solidFill>
                <a:effectLst/>
                <a:latin typeface="inherit"/>
              </a:rPr>
              <a:t>double</a:t>
            </a:r>
            <a:r>
              <a:rPr lang="en-US" b="0" i="0" dirty="0">
                <a:solidFill>
                  <a:srgbClr val="161616"/>
                </a:solidFill>
                <a:effectLst/>
                <a:latin typeface="inherit"/>
              </a:rPr>
              <a:t>.</a:t>
            </a:r>
          </a:p>
          <a:p>
            <a:endParaRPr lang="en-US" b="0" i="0" dirty="0">
              <a:solidFill>
                <a:srgbClr val="161616"/>
              </a:solidFill>
              <a:effectLst/>
              <a:latin typeface="IBM Plex Sans" panose="020B0503050203000203"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40C28"/>
                </a:solidFill>
                <a:effectLst/>
                <a:latin typeface="Google Sans"/>
              </a:rPr>
              <a:t>A variable of type float only has 7 digits of precision whereas a variable of type double has 15 digits of precision</a:t>
            </a:r>
            <a:br>
              <a:rPr lang="en-US" b="0" i="0">
                <a:solidFill>
                  <a:srgbClr val="161616"/>
                </a:solidFill>
                <a:effectLst/>
                <a:latin typeface="IBM Plex Sans" panose="020B0503050203000203" pitchFamily="34" charset="0"/>
              </a:rPr>
            </a:br>
            <a:r>
              <a:rPr lang="en-US" b="0" i="0">
                <a:solidFill>
                  <a:srgbClr val="000000"/>
                </a:solidFill>
                <a:effectLst/>
                <a:latin typeface="Vollkorn"/>
              </a:rPr>
              <a:t>Each shift to the left doubles the number, therefore each left shift multiplies the original number by 2. </a:t>
            </a:r>
            <a:endParaRPr lang="en-US"/>
          </a:p>
          <a:p>
            <a:endParaRPr lang="en-US" b="0" i="0" dirty="0">
              <a:solidFill>
                <a:srgbClr val="161616"/>
              </a:solidFill>
              <a:effectLst/>
              <a:latin typeface="IBM Plex Sans" panose="020B0503050203000203" pitchFamily="34" charset="0"/>
            </a:endParaRPr>
          </a:p>
          <a:p>
            <a:pPr algn="l" rtl="0" fontAlgn="base"/>
            <a:r>
              <a:rPr lang="en-US" b="0" i="0" dirty="0">
                <a:solidFill>
                  <a:srgbClr val="273239"/>
                </a:solidFill>
                <a:effectLst/>
                <a:latin typeface="Consolas" panose="020B0609020204030204" pitchFamily="49" charset="0"/>
              </a:rPr>
              <a:t>  // multiply a by 2 </a:t>
            </a:r>
          </a:p>
          <a:p>
            <a:pPr algn="l" rtl="0" fontAlgn="base"/>
            <a:r>
              <a:rPr lang="en-US" b="0" i="0" dirty="0">
                <a:solidFill>
                  <a:srgbClr val="273239"/>
                </a:solidFill>
                <a:effectLst/>
                <a:latin typeface="Consolas" panose="020B0609020204030204" pitchFamily="49" charset="0"/>
              </a:rPr>
              <a:t>        n = n &lt;&lt; 1; </a:t>
            </a:r>
          </a:p>
          <a:p>
            <a:pPr algn="l" rtl="0" fontAlgn="base"/>
            <a:r>
              <a:rPr lang="en-US" b="0" i="0" dirty="0">
                <a:solidFill>
                  <a:srgbClr val="273239"/>
                </a:solidFill>
                <a:effectLst/>
                <a:latin typeface="Consolas" panose="020B0609020204030204" pitchFamily="49" charset="0"/>
              </a:rPr>
              <a:t>        // divide b by 2 </a:t>
            </a:r>
          </a:p>
          <a:p>
            <a:pPr algn="l" rtl="0" fontAlgn="base"/>
            <a:r>
              <a:rPr lang="en-US" b="0" i="0" dirty="0">
                <a:solidFill>
                  <a:srgbClr val="273239"/>
                </a:solidFill>
                <a:effectLst/>
                <a:latin typeface="Consolas" panose="020B0609020204030204" pitchFamily="49" charset="0"/>
              </a:rPr>
              <a:t>        m = m &gt;&gt; 1; </a:t>
            </a:r>
          </a:p>
        </p:txBody>
      </p:sp>
      <p:sp>
        <p:nvSpPr>
          <p:cNvPr id="4" name="Slide Number Placeholder 3"/>
          <p:cNvSpPr>
            <a:spLocks noGrp="1"/>
          </p:cNvSpPr>
          <p:nvPr>
            <p:ph type="sldNum" sz="quarter" idx="5"/>
          </p:nvPr>
        </p:nvSpPr>
        <p:spPr/>
        <p:txBody>
          <a:bodyPr/>
          <a:lstStyle/>
          <a:p>
            <a:fld id="{8248F4A1-044F-45DC-A6AA-9EC3247C362C}" type="slidenum">
              <a:rPr lang="en-US" smtClean="0"/>
              <a:t>10</a:t>
            </a:fld>
            <a:endParaRPr lang="en-US"/>
          </a:p>
        </p:txBody>
      </p:sp>
    </p:spTree>
    <p:extLst>
      <p:ext uri="{BB962C8B-B14F-4D97-AF65-F5344CB8AC3E}">
        <p14:creationId xmlns:p14="http://schemas.microsoft.com/office/powerpoint/2010/main" val="2575437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81740" y="3183624"/>
            <a:ext cx="8380520" cy="1922733"/>
          </a:xfrm>
        </p:spPr>
        <p:txBody>
          <a:bodyPr anchor="b">
            <a:normAutofit/>
          </a:bodyPr>
          <a:lstStyle>
            <a:lvl1pPr algn="l">
              <a:lnSpc>
                <a:spcPct val="85000"/>
              </a:lnSpc>
              <a:defRPr sz="4800" spc="-5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hasCustomPrompt="1"/>
          </p:nvPr>
        </p:nvSpPr>
        <p:spPr>
          <a:xfrm>
            <a:off x="381740" y="5236867"/>
            <a:ext cx="8380520" cy="1143000"/>
          </a:xfrm>
        </p:spPr>
        <p:txBody>
          <a:bodyPr lIns="91440" rIns="91440">
            <a:normAutofit/>
          </a:bodyPr>
          <a:lstStyle>
            <a:lvl1pPr marL="0" indent="0" algn="l">
              <a:buNone/>
              <a:defRPr sz="2400" cap="none"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a:xfrm>
            <a:off x="822961" y="6646272"/>
            <a:ext cx="1854203" cy="187517"/>
          </a:xfrm>
        </p:spPr>
        <p:txBody>
          <a:bodyPr/>
          <a:lstStyle/>
          <a:p>
            <a:fld id="{03C5C922-B9DD-9745-A816-802923AFBE71}" type="datetime1">
              <a:rPr lang="en-US" smtClean="0"/>
              <a:t>12/15/2023</a:t>
            </a:fld>
            <a:endParaRPr lang="en-US"/>
          </a:p>
        </p:txBody>
      </p:sp>
      <p:sp>
        <p:nvSpPr>
          <p:cNvPr id="5" name="Footer Placeholder 4"/>
          <p:cNvSpPr>
            <a:spLocks noGrp="1"/>
          </p:cNvSpPr>
          <p:nvPr>
            <p:ph type="ftr" sz="quarter" idx="11"/>
          </p:nvPr>
        </p:nvSpPr>
        <p:spPr>
          <a:xfrm>
            <a:off x="2764639" y="6646272"/>
            <a:ext cx="3617103" cy="187517"/>
          </a:xfrm>
        </p:spPr>
        <p:txBody>
          <a:bodyPr/>
          <a:lstStyle>
            <a:lvl1pPr>
              <a:defRPr cap="none"/>
            </a:lvl1pPr>
          </a:lstStyle>
          <a:p>
            <a:endParaRPr lang="en-US"/>
          </a:p>
        </p:txBody>
      </p:sp>
      <p:sp>
        <p:nvSpPr>
          <p:cNvPr id="6" name="Slide Number Placeholder 5"/>
          <p:cNvSpPr>
            <a:spLocks noGrp="1"/>
          </p:cNvSpPr>
          <p:nvPr>
            <p:ph type="sldNum" sz="quarter" idx="12"/>
          </p:nvPr>
        </p:nvSpPr>
        <p:spPr>
          <a:xfrm>
            <a:off x="7425344" y="6646272"/>
            <a:ext cx="984019" cy="187517"/>
          </a:xfrm>
        </p:spPr>
        <p:txBody>
          <a:bodyPr/>
          <a:lstStyle>
            <a:lvl1pPr>
              <a:defRPr b="1">
                <a:solidFill>
                  <a:schemeClr val="bg1"/>
                </a:solidFill>
              </a:defRPr>
            </a:lvl1pPr>
          </a:lstStyle>
          <a:p>
            <a:fld id="{9C8A9BBF-D171-497A-B4A2-0767A13C4597}" type="slidenum">
              <a:rPr lang="en-US" smtClean="0"/>
              <a:pPr/>
              <a:t>‹#›</a:t>
            </a:fld>
            <a:endParaRPr lang="en-US"/>
          </a:p>
        </p:txBody>
      </p:sp>
      <p:cxnSp>
        <p:nvCxnSpPr>
          <p:cNvPr id="9" name="Straight Connector 8"/>
          <p:cNvCxnSpPr>
            <a:cxnSpLocks/>
          </p:cNvCxnSpPr>
          <p:nvPr/>
        </p:nvCxnSpPr>
        <p:spPr>
          <a:xfrm flipV="1">
            <a:off x="381740" y="5106357"/>
            <a:ext cx="8380520" cy="18289"/>
          </a:xfrm>
          <a:prstGeom prst="line">
            <a:avLst/>
          </a:prstGeom>
          <a:ln w="38100">
            <a:solidFill>
              <a:srgbClr val="84CDEA"/>
            </a:solidFill>
          </a:ln>
        </p:spPr>
        <p:style>
          <a:lnRef idx="1">
            <a:schemeClr val="accent2"/>
          </a:lnRef>
          <a:fillRef idx="0">
            <a:schemeClr val="accent2"/>
          </a:fillRef>
          <a:effectRef idx="0">
            <a:schemeClr val="accent2"/>
          </a:effectRef>
          <a:fontRef idx="minor">
            <a:schemeClr val="tx1"/>
          </a:fontRef>
        </p:style>
      </p:cxnSp>
      <p:cxnSp>
        <p:nvCxnSpPr>
          <p:cNvPr id="23" name="Straight Connector 22">
            <a:extLst>
              <a:ext uri="{FF2B5EF4-FFF2-40B4-BE49-F238E27FC236}">
                <a16:creationId xmlns:a16="http://schemas.microsoft.com/office/drawing/2014/main" id="{11AE1EE2-4846-41F9-AC6B-D9834B0B3586}"/>
              </a:ext>
            </a:extLst>
          </p:cNvPr>
          <p:cNvCxnSpPr>
            <a:cxnSpLocks/>
          </p:cNvCxnSpPr>
          <p:nvPr/>
        </p:nvCxnSpPr>
        <p:spPr>
          <a:xfrm flipV="1">
            <a:off x="9129643" y="1"/>
            <a:ext cx="12147" cy="6874767"/>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sp>
        <p:nvSpPr>
          <p:cNvPr id="14" name="Rectangle 13">
            <a:extLst>
              <a:ext uri="{FF2B5EF4-FFF2-40B4-BE49-F238E27FC236}">
                <a16:creationId xmlns:a16="http://schemas.microsoft.com/office/drawing/2014/main" id="{11AE4F96-0037-4F43-91BD-25588C022845}"/>
              </a:ext>
            </a:extLst>
          </p:cNvPr>
          <p:cNvSpPr/>
          <p:nvPr userDrawn="1"/>
        </p:nvSpPr>
        <p:spPr>
          <a:xfrm>
            <a:off x="-14359" y="6646273"/>
            <a:ext cx="9144000" cy="237744"/>
          </a:xfrm>
          <a:prstGeom prst="rect">
            <a:avLst/>
          </a:prstGeom>
          <a:solidFill>
            <a:srgbClr val="0A4B67"/>
          </a:solidFill>
          <a:ln>
            <a:solidFill>
              <a:srgbClr val="0A4B67"/>
            </a:solid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C3BF5B4F-FC83-4FAA-82F0-2510D3F32F49}"/>
              </a:ext>
            </a:extLst>
          </p:cNvPr>
          <p:cNvSpPr/>
          <p:nvPr userDrawn="1"/>
        </p:nvSpPr>
        <p:spPr>
          <a:xfrm>
            <a:off x="-26504" y="6546958"/>
            <a:ext cx="9144001" cy="103220"/>
          </a:xfrm>
          <a:prstGeom prst="rect">
            <a:avLst/>
          </a:prstGeom>
          <a:solidFill>
            <a:srgbClr val="84CDEA"/>
          </a:solidFill>
          <a:ln>
            <a:solidFill>
              <a:srgbClr val="84CDEA"/>
            </a:solidFill>
          </a:ln>
        </p:spPr>
        <p:style>
          <a:lnRef idx="2">
            <a:schemeClr val="accent1">
              <a:shade val="50000"/>
            </a:schemeClr>
          </a:lnRef>
          <a:fillRef idx="1">
            <a:schemeClr val="accent1"/>
          </a:fillRef>
          <a:effectRef idx="0">
            <a:schemeClr val="accent1"/>
          </a:effectRef>
          <a:fontRef idx="minor">
            <a:schemeClr val="lt1"/>
          </a:fontRef>
        </p:style>
      </p:sp>
      <p:cxnSp>
        <p:nvCxnSpPr>
          <p:cNvPr id="18" name="Straight Connector 17">
            <a:extLst>
              <a:ext uri="{FF2B5EF4-FFF2-40B4-BE49-F238E27FC236}">
                <a16:creationId xmlns:a16="http://schemas.microsoft.com/office/drawing/2014/main" id="{5F0B8816-EFF8-4E7C-AEC1-987D4EE648F1}"/>
              </a:ext>
            </a:extLst>
          </p:cNvPr>
          <p:cNvCxnSpPr>
            <a:cxnSpLocks/>
          </p:cNvCxnSpPr>
          <p:nvPr userDrawn="1"/>
        </p:nvCxnSpPr>
        <p:spPr>
          <a:xfrm flipH="1" flipV="1">
            <a:off x="-5932" y="0"/>
            <a:ext cx="3809" cy="6857997"/>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cxnSp>
        <p:nvCxnSpPr>
          <p:cNvPr id="21" name="Straight Connector 20">
            <a:extLst>
              <a:ext uri="{FF2B5EF4-FFF2-40B4-BE49-F238E27FC236}">
                <a16:creationId xmlns:a16="http://schemas.microsoft.com/office/drawing/2014/main" id="{2B5B64A5-A6D5-4050-BAC4-E246829DF430}"/>
              </a:ext>
            </a:extLst>
          </p:cNvPr>
          <p:cNvCxnSpPr>
            <a:cxnSpLocks/>
          </p:cNvCxnSpPr>
          <p:nvPr userDrawn="1"/>
        </p:nvCxnSpPr>
        <p:spPr>
          <a:xfrm flipV="1">
            <a:off x="-32436" y="8261"/>
            <a:ext cx="9235440" cy="1"/>
          </a:xfrm>
          <a:prstGeom prst="line">
            <a:avLst/>
          </a:prstGeom>
          <a:ln w="76200">
            <a:solidFill>
              <a:srgbClr val="0A4B67"/>
            </a:solidFill>
          </a:ln>
        </p:spPr>
        <p:style>
          <a:lnRef idx="1">
            <a:schemeClr val="accent2"/>
          </a:lnRef>
          <a:fillRef idx="0">
            <a:schemeClr val="accent2"/>
          </a:fillRef>
          <a:effectRef idx="0">
            <a:schemeClr val="accent2"/>
          </a:effectRef>
          <a:fontRef idx="minor">
            <a:schemeClr val="tx1"/>
          </a:fontRef>
        </p:style>
      </p:cxnSp>
      <p:pic>
        <p:nvPicPr>
          <p:cNvPr id="31" name="Picture 30" descr="Logo&#10;&#10;Description automatically generated">
            <a:extLst>
              <a:ext uri="{FF2B5EF4-FFF2-40B4-BE49-F238E27FC236}">
                <a16:creationId xmlns:a16="http://schemas.microsoft.com/office/drawing/2014/main" id="{370668AB-6B94-4243-A6A5-4EDC87C8B508}"/>
              </a:ext>
            </a:extLst>
          </p:cNvPr>
          <p:cNvPicPr>
            <a:picLocks noChangeAspect="1"/>
          </p:cNvPicPr>
          <p:nvPr userDrawn="1"/>
        </p:nvPicPr>
        <p:blipFill>
          <a:blip r:embed="rId3"/>
          <a:stretch>
            <a:fillRect/>
          </a:stretch>
        </p:blipFill>
        <p:spPr>
          <a:xfrm>
            <a:off x="3004824" y="46971"/>
            <a:ext cx="3278818" cy="2319734"/>
          </a:xfrm>
          <a:prstGeom prst="rect">
            <a:avLst/>
          </a:prstGeom>
        </p:spPr>
      </p:pic>
      <p:sp>
        <p:nvSpPr>
          <p:cNvPr id="32" name="TextBox 31">
            <a:extLst>
              <a:ext uri="{FF2B5EF4-FFF2-40B4-BE49-F238E27FC236}">
                <a16:creationId xmlns:a16="http://schemas.microsoft.com/office/drawing/2014/main" id="{A723C23A-9829-0C47-85AC-FD590BD245D5}"/>
              </a:ext>
            </a:extLst>
          </p:cNvPr>
          <p:cNvSpPr txBox="1"/>
          <p:nvPr userDrawn="1"/>
        </p:nvSpPr>
        <p:spPr>
          <a:xfrm>
            <a:off x="185737" y="852895"/>
            <a:ext cx="3278818" cy="707886"/>
          </a:xfrm>
          <a:prstGeom prst="rect">
            <a:avLst/>
          </a:prstGeom>
          <a:noFill/>
        </p:spPr>
        <p:txBody>
          <a:bodyPr wrap="square" rtlCol="0">
            <a:spAutoFit/>
          </a:bodyPr>
          <a:lstStyle/>
          <a:p>
            <a:pPr marL="0" algn="ctr" defTabSz="914400" rtl="1" eaLnBrk="1" latinLnBrk="0" hangingPunct="1"/>
            <a:r>
              <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COLLAGE OF COMPUTER</a:t>
            </a:r>
          </a:p>
          <a:p>
            <a:pPr marL="0" algn="ctr" defTabSz="914400" rtl="1" eaLnBrk="1" latinLnBrk="0" hangingPunct="1"/>
            <a:r>
              <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 SCIENCE &amp; ENGINEERING </a:t>
            </a:r>
          </a:p>
        </p:txBody>
      </p:sp>
      <p:cxnSp>
        <p:nvCxnSpPr>
          <p:cNvPr id="33" name="Straight Connector 32">
            <a:extLst>
              <a:ext uri="{FF2B5EF4-FFF2-40B4-BE49-F238E27FC236}">
                <a16:creationId xmlns:a16="http://schemas.microsoft.com/office/drawing/2014/main" id="{322341BA-F8B4-5440-8DF5-89AF9CF24FED}"/>
              </a:ext>
            </a:extLst>
          </p:cNvPr>
          <p:cNvCxnSpPr>
            <a:cxnSpLocks/>
          </p:cNvCxnSpPr>
          <p:nvPr userDrawn="1"/>
        </p:nvCxnSpPr>
        <p:spPr>
          <a:xfrm flipV="1">
            <a:off x="375762" y="1574983"/>
            <a:ext cx="2926080" cy="4683"/>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3369ACA3-551E-D542-BD71-4881E6644B70}"/>
              </a:ext>
            </a:extLst>
          </p:cNvPr>
          <p:cNvSpPr txBox="1"/>
          <p:nvPr userDrawn="1"/>
        </p:nvSpPr>
        <p:spPr>
          <a:xfrm>
            <a:off x="-785970" y="1579097"/>
            <a:ext cx="5072063" cy="292388"/>
          </a:xfrm>
          <a:prstGeom prst="rect">
            <a:avLst/>
          </a:prstGeom>
          <a:noFill/>
        </p:spPr>
        <p:txBody>
          <a:bodyPr wrap="square" rtlCol="0">
            <a:spAutoFit/>
          </a:bodyPr>
          <a:lstStyle/>
          <a:p>
            <a:pPr marL="0" algn="ctr" defTabSz="914400" rtl="1" eaLnBrk="1" latinLnBrk="0" hangingPunct="1"/>
            <a:r>
              <a:rPr lang="en-US"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UNIVERSITY OF JEDDAH</a:t>
            </a:r>
          </a:p>
        </p:txBody>
      </p:sp>
      <p:sp>
        <p:nvSpPr>
          <p:cNvPr id="35" name="TextBox 34">
            <a:extLst>
              <a:ext uri="{FF2B5EF4-FFF2-40B4-BE49-F238E27FC236}">
                <a16:creationId xmlns:a16="http://schemas.microsoft.com/office/drawing/2014/main" id="{E72639E4-89B5-1D49-B470-747E56896B62}"/>
              </a:ext>
            </a:extLst>
          </p:cNvPr>
          <p:cNvSpPr txBox="1"/>
          <p:nvPr userDrawn="1"/>
        </p:nvSpPr>
        <p:spPr>
          <a:xfrm>
            <a:off x="5679447" y="865829"/>
            <a:ext cx="3278818" cy="707886"/>
          </a:xfrm>
          <a:prstGeom prst="rect">
            <a:avLst/>
          </a:prstGeom>
          <a:noFill/>
        </p:spPr>
        <p:txBody>
          <a:bodyPr wrap="square" rtlCol="0">
            <a:spAutoFit/>
          </a:bodyPr>
          <a:lstStyle/>
          <a:p>
            <a:pPr marL="0" algn="ctr" defTabSz="914400" rtl="1" eaLnBrk="1" latinLnBrk="0" hangingPunct="1"/>
            <a:r>
              <a:rPr lang="ar-SA"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كــلـــية عــلــــــــــوم </a:t>
            </a:r>
          </a:p>
          <a:p>
            <a:pPr marL="0" algn="ctr" defTabSz="914400" rtl="1" eaLnBrk="1" latinLnBrk="0" hangingPunct="1"/>
            <a:r>
              <a:rPr lang="ar-SA"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و هـنــدســـة الحـــــــاســــب</a:t>
            </a:r>
            <a:endParaRPr lang="en-US" sz="2000" b="1">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endParaRPr>
          </a:p>
        </p:txBody>
      </p:sp>
      <p:sp>
        <p:nvSpPr>
          <p:cNvPr id="36" name="TextBox 35">
            <a:extLst>
              <a:ext uri="{FF2B5EF4-FFF2-40B4-BE49-F238E27FC236}">
                <a16:creationId xmlns:a16="http://schemas.microsoft.com/office/drawing/2014/main" id="{36F4847C-B76C-6846-8360-9D2AD3FA67B2}"/>
              </a:ext>
            </a:extLst>
          </p:cNvPr>
          <p:cNvSpPr txBox="1"/>
          <p:nvPr userDrawn="1"/>
        </p:nvSpPr>
        <p:spPr>
          <a:xfrm>
            <a:off x="4782824" y="1579097"/>
            <a:ext cx="5072063" cy="292388"/>
          </a:xfrm>
          <a:prstGeom prst="rect">
            <a:avLst/>
          </a:prstGeom>
          <a:noFill/>
        </p:spPr>
        <p:txBody>
          <a:bodyPr wrap="square" rtlCol="0">
            <a:spAutoFit/>
          </a:bodyPr>
          <a:lstStyle/>
          <a:p>
            <a:pPr marL="0" algn="ctr" defTabSz="914400" rtl="1" eaLnBrk="1" latinLnBrk="0" hangingPunct="1"/>
            <a:r>
              <a:rPr lang="ar-SA"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rPr>
              <a:t>جــــامعـــة جــــــــــــــدة </a:t>
            </a:r>
            <a:endParaRPr lang="en-US" sz="1300">
              <a:solidFill>
                <a:schemeClr val="tx1">
                  <a:lumMod val="65000"/>
                  <a:lumOff val="35000"/>
                </a:schemeClr>
              </a:solidFill>
              <a:latin typeface="Eurostile" panose="020B0504020202050204" pitchFamily="34" charset="77"/>
              <a:ea typeface="Malgun Gothic" panose="020B0503020000020004" pitchFamily="34" charset="-127"/>
              <a:cs typeface="Bangla Sangam MN" panose="02000000000000000000" pitchFamily="2" charset="0"/>
            </a:endParaRPr>
          </a:p>
        </p:txBody>
      </p:sp>
      <p:cxnSp>
        <p:nvCxnSpPr>
          <p:cNvPr id="37" name="Straight Connector 36">
            <a:extLst>
              <a:ext uri="{FF2B5EF4-FFF2-40B4-BE49-F238E27FC236}">
                <a16:creationId xmlns:a16="http://schemas.microsoft.com/office/drawing/2014/main" id="{73D420C2-74C6-E448-ABF8-408E3C156421}"/>
              </a:ext>
            </a:extLst>
          </p:cNvPr>
          <p:cNvCxnSpPr>
            <a:cxnSpLocks/>
          </p:cNvCxnSpPr>
          <p:nvPr userDrawn="1"/>
        </p:nvCxnSpPr>
        <p:spPr>
          <a:xfrm>
            <a:off x="5770786" y="1573715"/>
            <a:ext cx="3017520"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483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565351"/>
                </a:solidFill>
              </a:defRPr>
            </a:lvl1pPr>
          </a:lstStyle>
          <a:p>
            <a:r>
              <a:rPr lang="en-US"/>
              <a:t>Click to edit Master title style</a:t>
            </a:r>
          </a:p>
        </p:txBody>
      </p:sp>
      <p:sp>
        <p:nvSpPr>
          <p:cNvPr id="4" name="Date Placeholder 3"/>
          <p:cNvSpPr>
            <a:spLocks noGrp="1"/>
          </p:cNvSpPr>
          <p:nvPr>
            <p:ph type="dt" sz="half" idx="10"/>
          </p:nvPr>
        </p:nvSpPr>
        <p:spPr/>
        <p:txBody>
          <a:bodyPr/>
          <a:lstStyle/>
          <a:p>
            <a:fld id="{428B66AD-B9AD-6E48-A7F8-A3C7D94EDF8F}" type="datetime1">
              <a:rPr lang="en-US" smtClean="0"/>
              <a:t>12/15/2023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lvl1pPr>
              <a:buClr>
                <a:srgbClr val="84CDEA"/>
              </a:buClr>
              <a:defRPr sz="2600">
                <a:solidFill>
                  <a:srgbClr val="565351"/>
                </a:solidFill>
              </a:defRPr>
            </a:lvl1pPr>
            <a:lvl2pPr>
              <a:buClr>
                <a:srgbClr val="565351"/>
              </a:buClr>
              <a:defRPr>
                <a:solidFill>
                  <a:srgbClr val="565351"/>
                </a:solidFill>
              </a:defRPr>
            </a:lvl2pPr>
            <a:lvl3pPr marL="731520" indent="-274320">
              <a:buClr>
                <a:srgbClr val="565351"/>
              </a:buClr>
              <a:buFont typeface="Wingdings" panose="05000000000000000000" pitchFamily="2" charset="2"/>
              <a:buChar char="§"/>
              <a:defRPr sz="2000">
                <a:solidFill>
                  <a:srgbClr val="565351"/>
                </a:solidFill>
              </a:defRPr>
            </a:lvl3pPr>
            <a:lvl4pPr marL="914400" indent="-274320">
              <a:buClr>
                <a:srgbClr val="565351"/>
              </a:buClr>
              <a:buFont typeface="Wingdings" panose="05000000000000000000" pitchFamily="2" charset="2"/>
              <a:buChar char="§"/>
              <a:defRPr sz="2000">
                <a:solidFill>
                  <a:srgbClr val="565351"/>
                </a:solidFill>
              </a:defRPr>
            </a:lvl4pPr>
            <a:lvl5pPr marL="1097280" indent="-274320">
              <a:buClr>
                <a:srgbClr val="565351"/>
              </a:buClr>
              <a:buFont typeface="Wingdings" panose="05000000000000000000" pitchFamily="2" charset="2"/>
              <a:buChar char="§"/>
              <a:defRPr sz="2000">
                <a:solidFill>
                  <a:srgbClr val="56535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4559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solidFill>
                  <a:srgbClr val="565351"/>
                </a:solidFill>
              </a:defRPr>
            </a:lvl1pPr>
          </a:lstStyle>
          <a:p>
            <a:r>
              <a:rPr lang="en-US"/>
              <a:t>Click to edit Master title style</a:t>
            </a:r>
          </a:p>
        </p:txBody>
      </p:sp>
      <p:sp>
        <p:nvSpPr>
          <p:cNvPr id="4" name="Date Placeholder 3"/>
          <p:cNvSpPr>
            <a:spLocks noGrp="1"/>
          </p:cNvSpPr>
          <p:nvPr>
            <p:ph type="dt" sz="half" idx="10"/>
          </p:nvPr>
        </p:nvSpPr>
        <p:spPr/>
        <p:txBody>
          <a:bodyPr/>
          <a:lstStyle/>
          <a:p>
            <a:fld id="{BBAECC06-C7D4-1747-9BAC-5ADF6973C413}" type="datetime1">
              <a:rPr lang="en-US" smtClean="0"/>
              <a:t>12/15/2023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lvl1pPr>
              <a:buClr>
                <a:srgbClr val="88A6B1"/>
              </a:buClr>
              <a:defRPr sz="2600">
                <a:solidFill>
                  <a:srgbClr val="88A6B1"/>
                </a:solidFill>
              </a:defRPr>
            </a:lvl1pPr>
            <a:lvl2pPr>
              <a:buClr>
                <a:srgbClr val="88A6B1"/>
              </a:buClr>
              <a:defRPr>
                <a:solidFill>
                  <a:srgbClr val="88A6B1"/>
                </a:solidFill>
              </a:defRPr>
            </a:lvl2pPr>
            <a:lvl3pPr marL="731520" indent="-274320">
              <a:buClr>
                <a:srgbClr val="88A6B1"/>
              </a:buClr>
              <a:buFont typeface="Wingdings" panose="05000000000000000000" pitchFamily="2" charset="2"/>
              <a:buChar char="§"/>
              <a:defRPr sz="2000">
                <a:solidFill>
                  <a:srgbClr val="88A6B1"/>
                </a:solidFill>
              </a:defRPr>
            </a:lvl3pPr>
            <a:lvl4pPr marL="914400" indent="-274320">
              <a:buClr>
                <a:srgbClr val="88A6B1"/>
              </a:buClr>
              <a:buFont typeface="Wingdings" panose="05000000000000000000" pitchFamily="2" charset="2"/>
              <a:buChar char="§"/>
              <a:defRPr sz="2000">
                <a:solidFill>
                  <a:srgbClr val="88A6B1"/>
                </a:solidFill>
              </a:defRPr>
            </a:lvl4pPr>
            <a:lvl5pPr marL="1097280" indent="-274320">
              <a:buClr>
                <a:srgbClr val="88A6B1"/>
              </a:buClr>
              <a:buFont typeface="Wingdings" panose="05000000000000000000" pitchFamily="2" charset="2"/>
              <a:buChar char="§"/>
              <a:defRPr sz="2000">
                <a:solidFill>
                  <a:srgbClr val="88A6B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9183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16C63C-7E12-D040-9BFC-CED05FF7D470}" type="datetime1">
              <a:rPr lang="en-US" smtClean="0"/>
              <a:t>12/15/2023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4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p>
        </p:txBody>
      </p:sp>
      <p:sp>
        <p:nvSpPr>
          <p:cNvPr id="3" name="Content Placeholder 2"/>
          <p:cNvSpPr>
            <a:spLocks noGrp="1"/>
          </p:cNvSpPr>
          <p:nvPr>
            <p:ph sz="half" idx="1"/>
          </p:nvPr>
        </p:nvSpPr>
        <p:spPr>
          <a:xfrm>
            <a:off x="822960" y="1845734"/>
            <a:ext cx="3703320" cy="4023360"/>
          </a:xfrm>
        </p:spPr>
        <p:txBody>
          <a:bodyPr/>
          <a:lstStyle>
            <a:lvl1pPr>
              <a:buClr>
                <a:srgbClr val="84CDEA"/>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63440" y="1845735"/>
            <a:ext cx="3703320" cy="4023360"/>
          </a:xfrm>
        </p:spPr>
        <p:txBody>
          <a:bodyPr/>
          <a:lstStyle>
            <a:lvl1pPr>
              <a:buClr>
                <a:srgbClr val="84CDEA"/>
              </a:buCl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8987DC-EF00-9844-8C8C-DB85411C810C}" type="datetime1">
              <a:rPr lang="en-US" smtClean="0"/>
              <a:t>12/15/2023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17452888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815C23F-C598-3F49-9FE3-6071741BE353}" type="datetime1">
              <a:rPr lang="en-US" smtClean="0"/>
              <a:t>12/15/2023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119233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F66BD12-5D01-AB4B-A157-4C071A505070}" type="datetime1">
              <a:rPr lang="en-US" smtClean="0"/>
              <a:t>12/15/2023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399158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CD5D1259-9E66-E241-B0DB-D3144AF5C20E}" type="datetime1">
              <a:rPr lang="en-US" smtClean="0"/>
              <a:t>12/15/2023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47562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A59F509-0EC8-5246-80F7-C95CE727AFCC}" type="datetime1">
              <a:rPr lang="en-US" smtClean="0"/>
              <a:t>12/15/2023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2924215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rgbClr val="0A4B67"/>
          </a:solidFill>
          <a:ln>
            <a:solidFill>
              <a:srgbClr val="84CDEA"/>
            </a:solid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rgbClr val="84CDE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6CBA62D3-B106-3146-B5B5-E66A18E804C2}" type="datetime1">
              <a:rPr lang="en-US" smtClean="0"/>
              <a:t>12/15/2023</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C8A9BBF-D171-497A-B4A2-0767A13C4597}" type="slidenum">
              <a:rPr lang="en-US" smtClean="0"/>
              <a:t>‹#›</a:t>
            </a:fld>
            <a:endParaRPr lang="en-US"/>
          </a:p>
        </p:txBody>
      </p:sp>
    </p:spTree>
    <p:extLst>
      <p:ext uri="{BB962C8B-B14F-4D97-AF65-F5344CB8AC3E}">
        <p14:creationId xmlns:p14="http://schemas.microsoft.com/office/powerpoint/2010/main" val="2444531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08B15B-E63B-A741-9DEA-9AA37D2B7DBF}" type="datetime1">
              <a:rPr lang="en-US" smtClean="0"/>
              <a:t>12/15/2023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41425106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489117-AA99-A343-9D72-6FCA37B5BE17}" type="datetime1">
              <a:rPr lang="en-US" smtClean="0"/>
              <a:t>12/15/2023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24794780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2144E2-60F2-DF46-A244-D7B3522DD83D}" type="datetime1">
              <a:rPr lang="en-US" smtClean="0"/>
              <a:t>12/15/2023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Tree>
    <p:extLst>
      <p:ext uri="{BB962C8B-B14F-4D97-AF65-F5344CB8AC3E}">
        <p14:creationId xmlns:p14="http://schemas.microsoft.com/office/powerpoint/2010/main" val="33386736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5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DB5C5D66-23E7-0C4F-8B0A-A1C9C050780A}" type="datetime1">
              <a:rPr lang="en-US" smtClean="0"/>
              <a:t>12/15/2023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spTree>
    <p:extLst>
      <p:ext uri="{BB962C8B-B14F-4D97-AF65-F5344CB8AC3E}">
        <p14:creationId xmlns:p14="http://schemas.microsoft.com/office/powerpoint/2010/main" val="3543591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8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87DCCB30-1A6D-2E42-BCC5-3E80F21AA084}" type="datetime1">
              <a:rPr lang="en-US" smtClean="0"/>
              <a:t>12/15/2023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4647" y="-152400"/>
            <a:ext cx="1059353" cy="1059353"/>
          </a:xfrm>
          <a:prstGeom prst="rect">
            <a:avLst/>
          </a:prstGeom>
        </p:spPr>
      </p:pic>
      <p:sp>
        <p:nvSpPr>
          <p:cNvPr id="10" name="Text Placeholder 2">
            <a:extLst>
              <a:ext uri="{FF2B5EF4-FFF2-40B4-BE49-F238E27FC236}">
                <a16:creationId xmlns:a16="http://schemas.microsoft.com/office/drawing/2014/main" id="{6187854B-FEC4-4BF8-A3DE-39B0F5014508}"/>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buClr>
              <a:buFont typeface="Wingdings" panose="05000000000000000000" pitchFamily="2" charset="2"/>
              <a:buChar char="§"/>
              <a:defRPr sz="3200">
                <a:solidFill>
                  <a:schemeClr val="tx2"/>
                </a:solidFill>
                <a:latin typeface="+mj-lt"/>
              </a:defRPr>
            </a:lvl1pPr>
            <a:lvl2pPr marL="548640" indent="-274320">
              <a:buClr>
                <a:schemeClr val="accent2"/>
              </a:buClr>
              <a:buFont typeface="Wingdings" panose="05000000000000000000" pitchFamily="2" charset="2"/>
              <a:buChar char="§"/>
              <a:defRPr sz="2800">
                <a:solidFill>
                  <a:schemeClr val="tx2"/>
                </a:solidFill>
                <a:latin typeface="+mj-lt"/>
              </a:defRPr>
            </a:lvl2pPr>
            <a:lvl3pPr marL="731520" indent="-274320">
              <a:buClr>
                <a:schemeClr val="accent2"/>
              </a:buClr>
              <a:buFont typeface="Wingdings" panose="05000000000000000000" pitchFamily="2" charset="2"/>
              <a:buChar char="§"/>
              <a:defRPr sz="2000">
                <a:solidFill>
                  <a:schemeClr val="tx2"/>
                </a:solidFill>
                <a:latin typeface="+mj-lt"/>
              </a:defRPr>
            </a:lvl3pPr>
            <a:lvl4pPr marL="914400" indent="-274320">
              <a:buClr>
                <a:schemeClr val="accent2"/>
              </a:buClr>
              <a:buFont typeface="Wingdings" panose="05000000000000000000" pitchFamily="2" charset="2"/>
              <a:buChar char="§"/>
              <a:defRPr sz="2000">
                <a:solidFill>
                  <a:schemeClr val="tx2"/>
                </a:solidFill>
                <a:latin typeface="+mj-lt"/>
              </a:defRPr>
            </a:lvl4pPr>
            <a:lvl5pPr marL="1097280" indent="-274320">
              <a:buClr>
                <a:schemeClr val="accent2"/>
              </a:buClr>
              <a:buFont typeface="Wingdings" panose="05000000000000000000" pitchFamily="2" charset="2"/>
              <a:buChar char="§"/>
              <a:defRPr sz="2000">
                <a:solidFill>
                  <a:schemeClr val="tx2"/>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303021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9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E28DCBF6-F73E-B844-90B5-BA38F3F93D1B}" type="datetime1">
              <a:rPr lang="en-US" smtClean="0"/>
              <a:t>12/15/2023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E83D2542-5A33-4E2C-863D-145C356406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84647" y="-152400"/>
            <a:ext cx="1059353" cy="1059353"/>
          </a:xfrm>
          <a:prstGeom prst="rect">
            <a:avLst/>
          </a:prstGeom>
        </p:spPr>
      </p:pic>
    </p:spTree>
    <p:extLst>
      <p:ext uri="{BB962C8B-B14F-4D97-AF65-F5344CB8AC3E}">
        <p14:creationId xmlns:p14="http://schemas.microsoft.com/office/powerpoint/2010/main" val="3417299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E5CE842-8249-8A43-8E1B-D93301EA5234}" type="datetime1">
              <a:rPr lang="en-US" smtClean="0"/>
              <a:t>12/15/2023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
        <p:nvSpPr>
          <p:cNvPr id="10" name="Text Placeholder 2">
            <a:extLst>
              <a:ext uri="{FF2B5EF4-FFF2-40B4-BE49-F238E27FC236}">
                <a16:creationId xmlns:a16="http://schemas.microsoft.com/office/drawing/2014/main" id="{29EAA3A6-8930-4E04-BD7A-70348C3D39E6}"/>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lumMod val="75000"/>
                </a:schemeClr>
              </a:buClr>
              <a:buFont typeface="Wingdings" panose="05000000000000000000" pitchFamily="2" charset="2"/>
              <a:buChar char="v"/>
              <a:defRPr>
                <a:solidFill>
                  <a:schemeClr val="tx2"/>
                </a:solidFill>
              </a:defRPr>
            </a:lvl1pPr>
            <a:lvl2pPr marL="548640" indent="-274320">
              <a:buClr>
                <a:schemeClr val="accent2">
                  <a:lumMod val="75000"/>
                </a:schemeClr>
              </a:buClr>
              <a:buFont typeface="Wingdings" panose="05000000000000000000" pitchFamily="2" charset="2"/>
              <a:buChar char="v"/>
              <a:defRPr>
                <a:solidFill>
                  <a:schemeClr val="tx2"/>
                </a:solidFill>
              </a:defRPr>
            </a:lvl2pPr>
            <a:lvl3pPr marL="731520" indent="-274320">
              <a:buClr>
                <a:schemeClr val="accent2">
                  <a:lumMod val="75000"/>
                </a:schemeClr>
              </a:buClr>
              <a:buFont typeface="Wingdings" panose="05000000000000000000" pitchFamily="2" charset="2"/>
              <a:buChar char="v"/>
              <a:defRPr>
                <a:solidFill>
                  <a:schemeClr val="tx2"/>
                </a:solidFill>
              </a:defRPr>
            </a:lvl3pPr>
            <a:lvl4pPr marL="914400" indent="-274320">
              <a:buClr>
                <a:schemeClr val="accent2">
                  <a:lumMod val="75000"/>
                </a:schemeClr>
              </a:buClr>
              <a:buFont typeface="Wingdings" panose="05000000000000000000" pitchFamily="2" charset="2"/>
              <a:buChar char="v"/>
              <a:defRPr>
                <a:solidFill>
                  <a:schemeClr val="tx2"/>
                </a:solidFill>
              </a:defRPr>
            </a:lvl4pPr>
            <a:lvl5pPr marL="1097280" indent="-274320">
              <a:buClr>
                <a:schemeClr val="accent2">
                  <a:lumMod val="75000"/>
                </a:schemeClr>
              </a:buClr>
              <a:buFont typeface="Wingdings" panose="05000000000000000000" pitchFamily="2" charset="2"/>
              <a:buChar char="v"/>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98352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6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D4AD75E8-E6D9-3E42-B3C2-280D09D847BE}" type="datetime1">
              <a:rPr lang="en-US" smtClean="0"/>
              <a:t>12/15/2023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92FE125C-DA19-42DA-8C07-FA8039F5119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Tree>
    <p:extLst>
      <p:ext uri="{BB962C8B-B14F-4D97-AF65-F5344CB8AC3E}">
        <p14:creationId xmlns:p14="http://schemas.microsoft.com/office/powerpoint/2010/main" val="7442238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685800"/>
            <a:ext cx="8851392" cy="1752600"/>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9107F6D-1FE4-8A49-840F-5919ACFA3FD0}" type="datetime1">
              <a:rPr lang="en-US" smtClean="0"/>
              <a:t>12/15/2023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8" name="Picture 7">
            <a:extLst>
              <a:ext uri="{FF2B5EF4-FFF2-40B4-BE49-F238E27FC236}">
                <a16:creationId xmlns:a16="http://schemas.microsoft.com/office/drawing/2014/main" id="{D4EDCBC7-11CC-42C8-9373-3147D84861D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
        <p:nvSpPr>
          <p:cNvPr id="10" name="Text Placeholder 2">
            <a:extLst>
              <a:ext uri="{FF2B5EF4-FFF2-40B4-BE49-F238E27FC236}">
                <a16:creationId xmlns:a16="http://schemas.microsoft.com/office/drawing/2014/main" id="{98729288-CC54-4647-B966-CF553EF13B92}"/>
              </a:ext>
            </a:extLst>
          </p:cNvPr>
          <p:cNvSpPr>
            <a:spLocks noGrp="1"/>
          </p:cNvSpPr>
          <p:nvPr>
            <p:ph idx="1"/>
          </p:nvPr>
        </p:nvSpPr>
        <p:spPr>
          <a:xfrm>
            <a:off x="146305" y="2438400"/>
            <a:ext cx="8851392" cy="4132970"/>
          </a:xfrm>
          <a:prstGeom prst="rect">
            <a:avLst/>
          </a:prstGeom>
        </p:spPr>
        <p:txBody>
          <a:bodyPr vert="horz" lIns="0" tIns="45720" rIns="0" bIns="45720" rtlCol="0">
            <a:normAutofit/>
          </a:bodyPr>
          <a:lstStyle>
            <a:lvl1pPr marL="365760" indent="-274320">
              <a:buClr>
                <a:schemeClr val="accent2">
                  <a:lumMod val="75000"/>
                </a:schemeClr>
              </a:buClr>
              <a:buFont typeface="Wingdings" panose="05000000000000000000" pitchFamily="2" charset="2"/>
              <a:buChar char="v"/>
              <a:defRPr>
                <a:solidFill>
                  <a:schemeClr val="tx2"/>
                </a:solidFill>
              </a:defRPr>
            </a:lvl1pPr>
            <a:lvl2pPr marL="548640" indent="-274320">
              <a:buClr>
                <a:schemeClr val="accent2">
                  <a:lumMod val="75000"/>
                </a:schemeClr>
              </a:buClr>
              <a:buFont typeface="Wingdings" panose="05000000000000000000" pitchFamily="2" charset="2"/>
              <a:buChar char="v"/>
              <a:defRPr>
                <a:solidFill>
                  <a:schemeClr val="tx2"/>
                </a:solidFill>
              </a:defRPr>
            </a:lvl2pPr>
            <a:lvl3pPr marL="731520" indent="-274320">
              <a:buClr>
                <a:schemeClr val="accent2">
                  <a:lumMod val="75000"/>
                </a:schemeClr>
              </a:buClr>
              <a:buFont typeface="Wingdings" panose="05000000000000000000" pitchFamily="2" charset="2"/>
              <a:buChar char="v"/>
              <a:defRPr>
                <a:solidFill>
                  <a:schemeClr val="tx2"/>
                </a:solidFill>
              </a:defRPr>
            </a:lvl3pPr>
            <a:lvl4pPr marL="914400" indent="-274320">
              <a:buClr>
                <a:schemeClr val="accent2">
                  <a:lumMod val="75000"/>
                </a:schemeClr>
              </a:buClr>
              <a:buFont typeface="Wingdings" panose="05000000000000000000" pitchFamily="2" charset="2"/>
              <a:buChar char="v"/>
              <a:defRPr>
                <a:solidFill>
                  <a:schemeClr val="tx2"/>
                </a:solidFill>
              </a:defRPr>
            </a:lvl4pPr>
            <a:lvl5pPr marL="1097280" indent="-274320">
              <a:buClr>
                <a:schemeClr val="accent2">
                  <a:lumMod val="75000"/>
                </a:schemeClr>
              </a:buClr>
              <a:buFont typeface="Wingdings" panose="05000000000000000000" pitchFamily="2" charset="2"/>
              <a:buChar char="v"/>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83427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7_Title Only">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6304" y="115826"/>
            <a:ext cx="8851392" cy="6382628"/>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78A0CE7-1A78-B749-A181-0CB124262D26}" type="datetime1">
              <a:rPr lang="en-US" smtClean="0"/>
              <a:t>12/15/2023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8A9BBF-D171-497A-B4A2-0767A13C4597}" type="slidenum">
              <a:rPr lang="en-US" smtClean="0"/>
              <a:pPr/>
              <a:t>‹#›</a:t>
            </a:fld>
            <a:endParaRPr lang="en-US"/>
          </a:p>
        </p:txBody>
      </p:sp>
      <p:pic>
        <p:nvPicPr>
          <p:cNvPr id="6" name="Picture 5">
            <a:extLst>
              <a:ext uri="{FF2B5EF4-FFF2-40B4-BE49-F238E27FC236}">
                <a16:creationId xmlns:a16="http://schemas.microsoft.com/office/drawing/2014/main" id="{39FF6332-602A-4C2A-BD1E-7565ECDF5B6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075030" y="0"/>
            <a:ext cx="1059353" cy="1059353"/>
          </a:xfrm>
          <a:prstGeom prst="rect">
            <a:avLst/>
          </a:prstGeom>
        </p:spPr>
      </p:pic>
    </p:spTree>
    <p:extLst>
      <p:ext uri="{BB962C8B-B14F-4D97-AF65-F5344CB8AC3E}">
        <p14:creationId xmlns:p14="http://schemas.microsoft.com/office/powerpoint/2010/main" val="18124360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en-US"/>
              <a:t>Click to edit Master title style</a:t>
            </a:r>
          </a:p>
        </p:txBody>
      </p:sp>
      <p:sp>
        <p:nvSpPr>
          <p:cNvPr id="4" name="Date Placeholder 3"/>
          <p:cNvSpPr>
            <a:spLocks noGrp="1"/>
          </p:cNvSpPr>
          <p:nvPr>
            <p:ph type="dt" sz="half" idx="10"/>
          </p:nvPr>
        </p:nvSpPr>
        <p:spPr/>
        <p:txBody>
          <a:bodyPr/>
          <a:lstStyle/>
          <a:p>
            <a:fld id="{D78EB7BC-403A-8A44-A663-FD167E87AE44}" type="datetime1">
              <a:rPr lang="en-US" smtClean="0"/>
              <a:t>12/15/2023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8A9BBF-D171-497A-B4A2-0767A13C4597}" type="slidenum">
              <a:rPr lang="en-US" smtClean="0"/>
              <a:t>‹#›</a:t>
            </a:fld>
            <a:endParaRPr lang="en-US"/>
          </a:p>
        </p:txBody>
      </p:sp>
      <p:sp>
        <p:nvSpPr>
          <p:cNvPr id="7" name="Text Placeholder 2">
            <a:extLst>
              <a:ext uri="{FF2B5EF4-FFF2-40B4-BE49-F238E27FC236}">
                <a16:creationId xmlns:a16="http://schemas.microsoft.com/office/drawing/2014/main" id="{4B906D8A-B7C9-46FF-BD54-732332428F5A}"/>
              </a:ext>
            </a:extLst>
          </p:cNvPr>
          <p:cNvSpPr>
            <a:spLocks noGrp="1"/>
          </p:cNvSpPr>
          <p:nvPr>
            <p:ph idx="1"/>
          </p:nvPr>
        </p:nvSpPr>
        <p:spPr>
          <a:xfrm>
            <a:off x="146305" y="1441107"/>
            <a:ext cx="8851392" cy="5130263"/>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0665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5E94D-AB62-E84E-A49C-DD6A8F51C491}"/>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6548DE-348F-0D44-8485-97F299E5886B}"/>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E26162-1B8D-B748-8A10-BD7FD12FEF3C}"/>
              </a:ext>
            </a:extLst>
          </p:cNvPr>
          <p:cNvSpPr>
            <a:spLocks noGrp="1"/>
          </p:cNvSpPr>
          <p:nvPr>
            <p:ph type="dt" sz="half" idx="10"/>
          </p:nvPr>
        </p:nvSpPr>
        <p:spPr/>
        <p:txBody>
          <a:bodyPr/>
          <a:lstStyle/>
          <a:p>
            <a:fld id="{82D7B2BE-DDF3-6D43-A226-4CE36737DFF8}" type="datetime1">
              <a:rPr lang="en-US" smtClean="0"/>
              <a:t>12/15/2023</a:t>
            </a:fld>
            <a:endParaRPr lang="en-US"/>
          </a:p>
        </p:txBody>
      </p:sp>
      <p:sp>
        <p:nvSpPr>
          <p:cNvPr id="5" name="Footer Placeholder 4">
            <a:extLst>
              <a:ext uri="{FF2B5EF4-FFF2-40B4-BE49-F238E27FC236}">
                <a16:creationId xmlns:a16="http://schemas.microsoft.com/office/drawing/2014/main" id="{976D9D1D-9864-8648-83E4-1D8B62B213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6507A0-C8CD-5445-9AEE-B23C377C4F0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1757908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8B906-B07C-7D41-AC4D-750B959C9A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DD5779-8D81-7849-8E67-83ECBF60F3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8AA4F1-7B19-0240-B7F8-1BDF7D6347D9}"/>
              </a:ext>
            </a:extLst>
          </p:cNvPr>
          <p:cNvSpPr>
            <a:spLocks noGrp="1"/>
          </p:cNvSpPr>
          <p:nvPr>
            <p:ph type="dt" sz="half" idx="10"/>
          </p:nvPr>
        </p:nvSpPr>
        <p:spPr/>
        <p:txBody>
          <a:bodyPr/>
          <a:lstStyle/>
          <a:p>
            <a:fld id="{DB27A88B-F2DD-3743-8F57-25E5E92043B0}" type="datetime1">
              <a:rPr lang="en-US" smtClean="0"/>
              <a:t>12/15/2023</a:t>
            </a:fld>
            <a:endParaRPr lang="en-US"/>
          </a:p>
        </p:txBody>
      </p:sp>
      <p:sp>
        <p:nvSpPr>
          <p:cNvPr id="5" name="Footer Placeholder 4">
            <a:extLst>
              <a:ext uri="{FF2B5EF4-FFF2-40B4-BE49-F238E27FC236}">
                <a16:creationId xmlns:a16="http://schemas.microsoft.com/office/drawing/2014/main" id="{E5414F5D-4D50-5A4A-91C9-B5B4F14511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22065B-EF6D-5B4A-8E62-EAFF67B71788}"/>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200125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BE47D-172F-034A-8698-73581C856F4B}"/>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E3A576A-13DD-034D-9029-CC506C79F0FA}"/>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614F2D7-B746-2842-8F52-519E07CFBA07}"/>
              </a:ext>
            </a:extLst>
          </p:cNvPr>
          <p:cNvSpPr>
            <a:spLocks noGrp="1"/>
          </p:cNvSpPr>
          <p:nvPr>
            <p:ph type="dt" sz="half" idx="10"/>
          </p:nvPr>
        </p:nvSpPr>
        <p:spPr/>
        <p:txBody>
          <a:bodyPr/>
          <a:lstStyle/>
          <a:p>
            <a:fld id="{AEDA15C4-E8CB-C04F-BC65-CB0837703214}" type="datetime1">
              <a:rPr lang="en-US" smtClean="0"/>
              <a:t>12/15/2023</a:t>
            </a:fld>
            <a:endParaRPr lang="en-US"/>
          </a:p>
        </p:txBody>
      </p:sp>
      <p:sp>
        <p:nvSpPr>
          <p:cNvPr id="5" name="Footer Placeholder 4">
            <a:extLst>
              <a:ext uri="{FF2B5EF4-FFF2-40B4-BE49-F238E27FC236}">
                <a16:creationId xmlns:a16="http://schemas.microsoft.com/office/drawing/2014/main" id="{EF7E68B1-5017-E64D-9D8C-C1341A22E3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E262E6-3D1E-2D4B-B7BC-0A7197BAA87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5787499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F4806B-ED8B-CC4E-A51A-6CDCADC964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299E7B-D87E-CA4D-A578-EBDC0C47E881}"/>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F5550-A328-154E-8FA0-3793746FBC49}"/>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74ED10-64BB-9144-9B71-07151AB520AC}"/>
              </a:ext>
            </a:extLst>
          </p:cNvPr>
          <p:cNvSpPr>
            <a:spLocks noGrp="1"/>
          </p:cNvSpPr>
          <p:nvPr>
            <p:ph type="dt" sz="half" idx="10"/>
          </p:nvPr>
        </p:nvSpPr>
        <p:spPr/>
        <p:txBody>
          <a:bodyPr/>
          <a:lstStyle/>
          <a:p>
            <a:fld id="{85089F18-38DA-0947-9593-25D4010703FB}" type="datetime1">
              <a:rPr lang="en-US" smtClean="0"/>
              <a:t>12/15/2023</a:t>
            </a:fld>
            <a:endParaRPr lang="en-US"/>
          </a:p>
        </p:txBody>
      </p:sp>
      <p:sp>
        <p:nvSpPr>
          <p:cNvPr id="6" name="Footer Placeholder 5">
            <a:extLst>
              <a:ext uri="{FF2B5EF4-FFF2-40B4-BE49-F238E27FC236}">
                <a16:creationId xmlns:a16="http://schemas.microsoft.com/office/drawing/2014/main" id="{25A7A753-FB3D-094E-A536-0484A8BE2B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AA6079-FE42-C140-9B28-ED67471AE867}"/>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8534708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784D0-75F5-CD41-9AEF-CB198A0D97E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7D959F-E739-F542-8EBA-7BBF7E5A363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65DF34-2D6B-454C-BFDA-F81C29E7822E}"/>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658768-2FB0-D847-83EE-654C76812F8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A27B69-16F8-C048-9335-D0E599CA22E3}"/>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E98362-01EA-604E-BA80-BC012B7FAA68}"/>
              </a:ext>
            </a:extLst>
          </p:cNvPr>
          <p:cNvSpPr>
            <a:spLocks noGrp="1"/>
          </p:cNvSpPr>
          <p:nvPr>
            <p:ph type="dt" sz="half" idx="10"/>
          </p:nvPr>
        </p:nvSpPr>
        <p:spPr/>
        <p:txBody>
          <a:bodyPr/>
          <a:lstStyle/>
          <a:p>
            <a:fld id="{ED9A19EE-DABD-FF45-9B3D-868C2008B2F5}" type="datetime1">
              <a:rPr lang="en-US" smtClean="0"/>
              <a:t>12/15/2023</a:t>
            </a:fld>
            <a:endParaRPr lang="en-US"/>
          </a:p>
        </p:txBody>
      </p:sp>
      <p:sp>
        <p:nvSpPr>
          <p:cNvPr id="8" name="Footer Placeholder 7">
            <a:extLst>
              <a:ext uri="{FF2B5EF4-FFF2-40B4-BE49-F238E27FC236}">
                <a16:creationId xmlns:a16="http://schemas.microsoft.com/office/drawing/2014/main" id="{3D58B9EA-23BB-BD43-AE55-BD94F3A70B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97FEF2B-07B5-9C42-B58D-B5FF51C49905}"/>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012097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CC87-431B-E24A-86AB-554B550FA5A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6090D8-3391-5741-87F5-2BCDB8997B8A}"/>
              </a:ext>
            </a:extLst>
          </p:cNvPr>
          <p:cNvSpPr>
            <a:spLocks noGrp="1"/>
          </p:cNvSpPr>
          <p:nvPr>
            <p:ph type="dt" sz="half" idx="10"/>
          </p:nvPr>
        </p:nvSpPr>
        <p:spPr/>
        <p:txBody>
          <a:bodyPr/>
          <a:lstStyle/>
          <a:p>
            <a:fld id="{E7C58DD7-86D3-9543-A3F5-DCAC5C3EC996}" type="datetime1">
              <a:rPr lang="en-US" smtClean="0"/>
              <a:t>12/15/2023</a:t>
            </a:fld>
            <a:endParaRPr lang="en-US"/>
          </a:p>
        </p:txBody>
      </p:sp>
      <p:sp>
        <p:nvSpPr>
          <p:cNvPr id="4" name="Footer Placeholder 3">
            <a:extLst>
              <a:ext uri="{FF2B5EF4-FFF2-40B4-BE49-F238E27FC236}">
                <a16:creationId xmlns:a16="http://schemas.microsoft.com/office/drawing/2014/main" id="{0B09D265-B6E2-2540-8068-45F6C7B8AD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A30A8C-D91D-2A49-8733-39D5374D66A5}"/>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7940768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29DEDE-71EE-4448-AE52-7A3240E2492C}"/>
              </a:ext>
            </a:extLst>
          </p:cNvPr>
          <p:cNvSpPr>
            <a:spLocks noGrp="1"/>
          </p:cNvSpPr>
          <p:nvPr>
            <p:ph type="dt" sz="half" idx="10"/>
          </p:nvPr>
        </p:nvSpPr>
        <p:spPr/>
        <p:txBody>
          <a:bodyPr/>
          <a:lstStyle/>
          <a:p>
            <a:fld id="{49838251-72EC-7341-947D-39CD70D3F6EE}" type="datetime1">
              <a:rPr lang="en-US" smtClean="0"/>
              <a:t>12/15/2023</a:t>
            </a:fld>
            <a:endParaRPr lang="en-US"/>
          </a:p>
        </p:txBody>
      </p:sp>
      <p:sp>
        <p:nvSpPr>
          <p:cNvPr id="3" name="Footer Placeholder 2">
            <a:extLst>
              <a:ext uri="{FF2B5EF4-FFF2-40B4-BE49-F238E27FC236}">
                <a16:creationId xmlns:a16="http://schemas.microsoft.com/office/drawing/2014/main" id="{421F8A0A-B7DA-2E41-ADC9-3BA00052CA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CDFF72-3DFA-5443-B19A-D882B4A1822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2006097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B2A5-8463-0E45-B968-09BB46EEE82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192249-8B24-044B-B428-FDF53269423E}"/>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15850F-41D2-C244-BE67-588A22885AA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A0BA6-7607-1841-ADE7-A7EE8626370B}"/>
              </a:ext>
            </a:extLst>
          </p:cNvPr>
          <p:cNvSpPr>
            <a:spLocks noGrp="1"/>
          </p:cNvSpPr>
          <p:nvPr>
            <p:ph type="dt" sz="half" idx="10"/>
          </p:nvPr>
        </p:nvSpPr>
        <p:spPr/>
        <p:txBody>
          <a:bodyPr/>
          <a:lstStyle/>
          <a:p>
            <a:fld id="{9B2151BF-94DA-6647-804B-F9A617163AF7}" type="datetime1">
              <a:rPr lang="en-US" smtClean="0"/>
              <a:t>12/15/2023</a:t>
            </a:fld>
            <a:endParaRPr lang="en-US"/>
          </a:p>
        </p:txBody>
      </p:sp>
      <p:sp>
        <p:nvSpPr>
          <p:cNvPr id="6" name="Footer Placeholder 5">
            <a:extLst>
              <a:ext uri="{FF2B5EF4-FFF2-40B4-BE49-F238E27FC236}">
                <a16:creationId xmlns:a16="http://schemas.microsoft.com/office/drawing/2014/main" id="{DFE0F34D-E7B8-8F4E-B279-A9B4F79966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003CD8-B992-1746-AD26-32A76C36211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11640867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28A51-10EF-1E4E-B3AE-97D9690F5256}"/>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7A29CC-C524-664A-B04C-24A0F0002BDD}"/>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577383-80F2-974A-95B0-54EE043F0E6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34A7CE-0B2C-F846-AE0D-E9A65F195F76}"/>
              </a:ext>
            </a:extLst>
          </p:cNvPr>
          <p:cNvSpPr>
            <a:spLocks noGrp="1"/>
          </p:cNvSpPr>
          <p:nvPr>
            <p:ph type="dt" sz="half" idx="10"/>
          </p:nvPr>
        </p:nvSpPr>
        <p:spPr/>
        <p:txBody>
          <a:bodyPr/>
          <a:lstStyle/>
          <a:p>
            <a:fld id="{F415CF65-8B95-E947-B306-AD8B9AFCD0C6}" type="datetime1">
              <a:rPr lang="en-US" smtClean="0"/>
              <a:t>12/15/2023</a:t>
            </a:fld>
            <a:endParaRPr lang="en-US"/>
          </a:p>
        </p:txBody>
      </p:sp>
      <p:sp>
        <p:nvSpPr>
          <p:cNvPr id="6" name="Footer Placeholder 5">
            <a:extLst>
              <a:ext uri="{FF2B5EF4-FFF2-40B4-BE49-F238E27FC236}">
                <a16:creationId xmlns:a16="http://schemas.microsoft.com/office/drawing/2014/main" id="{CE700DF7-CAE7-4544-99A8-D2AFF7BCDE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AF912A-35AA-5340-A6DD-8CF8567AE1D6}"/>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8520032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B558E-261E-0D48-AAEC-0159545C57C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D54A8B-8EB9-5C42-9CFC-A1CD5690D0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FD7EA-1D89-9B45-8E3B-F3D971FCC324}"/>
              </a:ext>
            </a:extLst>
          </p:cNvPr>
          <p:cNvSpPr>
            <a:spLocks noGrp="1"/>
          </p:cNvSpPr>
          <p:nvPr>
            <p:ph type="dt" sz="half" idx="10"/>
          </p:nvPr>
        </p:nvSpPr>
        <p:spPr/>
        <p:txBody>
          <a:bodyPr/>
          <a:lstStyle/>
          <a:p>
            <a:fld id="{45E326F1-4A6C-904D-BBF5-55A97190C62E}" type="datetime1">
              <a:rPr lang="en-US" smtClean="0"/>
              <a:t>12/15/2023</a:t>
            </a:fld>
            <a:endParaRPr lang="en-US"/>
          </a:p>
        </p:txBody>
      </p:sp>
      <p:sp>
        <p:nvSpPr>
          <p:cNvPr id="5" name="Footer Placeholder 4">
            <a:extLst>
              <a:ext uri="{FF2B5EF4-FFF2-40B4-BE49-F238E27FC236}">
                <a16:creationId xmlns:a16="http://schemas.microsoft.com/office/drawing/2014/main" id="{6702F157-B4BF-0D4E-B227-367844B9F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EC4DCA-8C92-2F4C-A77F-2E1AE3CFFFD2}"/>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36943632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138E10-25D9-0841-B84C-B3D5BD26BEDC}"/>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176578-CBA7-4146-881E-E79B341102C1}"/>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64126B-1DBB-F445-849E-8DB3041D5DDF}"/>
              </a:ext>
            </a:extLst>
          </p:cNvPr>
          <p:cNvSpPr>
            <a:spLocks noGrp="1"/>
          </p:cNvSpPr>
          <p:nvPr>
            <p:ph type="dt" sz="half" idx="10"/>
          </p:nvPr>
        </p:nvSpPr>
        <p:spPr/>
        <p:txBody>
          <a:bodyPr/>
          <a:lstStyle/>
          <a:p>
            <a:fld id="{5D62DA29-4527-5B4B-81DE-1DA58A1FF0D8}" type="datetime1">
              <a:rPr lang="en-US" smtClean="0"/>
              <a:t>12/15/2023</a:t>
            </a:fld>
            <a:endParaRPr lang="en-US"/>
          </a:p>
        </p:txBody>
      </p:sp>
      <p:sp>
        <p:nvSpPr>
          <p:cNvPr id="5" name="Footer Placeholder 4">
            <a:extLst>
              <a:ext uri="{FF2B5EF4-FFF2-40B4-BE49-F238E27FC236}">
                <a16:creationId xmlns:a16="http://schemas.microsoft.com/office/drawing/2014/main" id="{9330BA6C-D326-CC45-B516-B35C216BCD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A96C6D-88A9-424F-B97B-5F788E3BD38B}"/>
              </a:ext>
            </a:extLst>
          </p:cNvPr>
          <p:cNvSpPr>
            <a:spLocks noGrp="1"/>
          </p:cNvSpPr>
          <p:nvPr>
            <p:ph type="sldNum" sz="quarter" idx="12"/>
          </p:nvPr>
        </p:nvSpPr>
        <p:spPr/>
        <p:txBody>
          <a:bodyPr/>
          <a:lstStyle/>
          <a:p>
            <a:fld id="{57D5DC26-60E4-8E43-A906-D21F61161A83}" type="slidenum">
              <a:rPr lang="en-US" smtClean="0"/>
              <a:t>‹#›</a:t>
            </a:fld>
            <a:endParaRPr lang="en-US"/>
          </a:p>
        </p:txBody>
      </p:sp>
    </p:spTree>
    <p:extLst>
      <p:ext uri="{BB962C8B-B14F-4D97-AF65-F5344CB8AC3E}">
        <p14:creationId xmlns:p14="http://schemas.microsoft.com/office/powerpoint/2010/main" val="942943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646272"/>
            <a:ext cx="9144001" cy="220605"/>
          </a:xfrm>
          <a:prstGeom prst="rect">
            <a:avLst/>
          </a:prstGeom>
          <a:solidFill>
            <a:srgbClr val="0A4B6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604458"/>
            <a:ext cx="9144001" cy="45719"/>
          </a:xfrm>
          <a:prstGeom prst="rect">
            <a:avLst/>
          </a:prstGeom>
          <a:solidFill>
            <a:srgbClr val="84CDEA"/>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6304" y="115826"/>
            <a:ext cx="8851392" cy="1292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6305" y="1441107"/>
            <a:ext cx="8851392" cy="5130263"/>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22961" y="6646272"/>
            <a:ext cx="1854203" cy="187517"/>
          </a:xfrm>
          <a:prstGeom prst="rect">
            <a:avLst/>
          </a:prstGeom>
        </p:spPr>
        <p:txBody>
          <a:bodyPr vert="horz" lIns="91440" tIns="45720" rIns="91440" bIns="45720" rtlCol="0" anchor="ctr"/>
          <a:lstStyle>
            <a:lvl1pPr algn="l">
              <a:defRPr sz="900">
                <a:solidFill>
                  <a:srgbClr val="FFFFFF"/>
                </a:solidFill>
              </a:defRPr>
            </a:lvl1pPr>
          </a:lstStyle>
          <a:p>
            <a:fld id="{5446D974-CBC7-EE4D-B60D-B7706E54EFC8}" type="datetime1">
              <a:rPr lang="en-US" smtClean="0"/>
              <a:t>12/15/2023</a:t>
            </a:fld>
            <a:endParaRPr lang="en-US"/>
          </a:p>
        </p:txBody>
      </p:sp>
      <p:sp>
        <p:nvSpPr>
          <p:cNvPr id="5" name="Footer Placeholder 4"/>
          <p:cNvSpPr>
            <a:spLocks noGrp="1"/>
          </p:cNvSpPr>
          <p:nvPr>
            <p:ph type="ftr" sz="quarter" idx="3"/>
          </p:nvPr>
        </p:nvSpPr>
        <p:spPr>
          <a:xfrm>
            <a:off x="2764639" y="6646272"/>
            <a:ext cx="3617103" cy="187517"/>
          </a:xfrm>
          <a:prstGeom prst="rect">
            <a:avLst/>
          </a:prstGeom>
        </p:spPr>
        <p:txBody>
          <a:bodyPr vert="horz" lIns="91440" tIns="45720" rIns="91440" bIns="45720" rtlCol="0" anchor="ctr"/>
          <a:lstStyle>
            <a:lvl1pPr algn="ctr">
              <a:defRPr sz="800" cap="none"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646272"/>
            <a:ext cx="984019" cy="187517"/>
          </a:xfrm>
          <a:prstGeom prst="rect">
            <a:avLst/>
          </a:prstGeom>
        </p:spPr>
        <p:txBody>
          <a:bodyPr vert="horz" lIns="91440" tIns="45720" rIns="91440" bIns="45720" rtlCol="0" anchor="ctr"/>
          <a:lstStyle>
            <a:lvl1pPr algn="r">
              <a:defRPr sz="1050" b="1">
                <a:solidFill>
                  <a:schemeClr val="bg1"/>
                </a:solidFill>
              </a:defRPr>
            </a:lvl1pPr>
          </a:lstStyle>
          <a:p>
            <a:fld id="{9C8A9BBF-D171-497A-B4A2-0767A13C4597}" type="slidenum">
              <a:rPr lang="en-US" smtClean="0"/>
              <a:pPr/>
              <a:t>‹#›</a:t>
            </a:fld>
            <a:endParaRPr lang="en-US"/>
          </a:p>
        </p:txBody>
      </p:sp>
    </p:spTree>
    <p:extLst>
      <p:ext uri="{BB962C8B-B14F-4D97-AF65-F5344CB8AC3E}">
        <p14:creationId xmlns:p14="http://schemas.microsoft.com/office/powerpoint/2010/main" val="1568099172"/>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50" r:id="rId14"/>
    <p:sldLayoutId id="2147483751" r:id="rId15"/>
    <p:sldLayoutId id="2147483752" r:id="rId16"/>
    <p:sldLayoutId id="2147483753" r:id="rId17"/>
    <p:sldLayoutId id="2147483754" r:id="rId18"/>
    <p:sldLayoutId id="2147483755" r:id="rId19"/>
    <p:sldLayoutId id="2147483756" r:id="rId20"/>
    <p:sldLayoutId id="2147483689" r:id="rId21"/>
  </p:sldLayoutIdLst>
  <p:hf hdr="0" ftr="0" dt="0"/>
  <p:txStyles>
    <p:titleStyle>
      <a:lvl1pPr algn="ctr" defTabSz="914400" rtl="0" eaLnBrk="1" latinLnBrk="0" hangingPunct="1">
        <a:lnSpc>
          <a:spcPct val="85000"/>
        </a:lnSpc>
        <a:spcBef>
          <a:spcPct val="0"/>
        </a:spcBef>
        <a:buNone/>
        <a:defRPr sz="4400" b="0" kern="1200" spc="-50" baseline="0">
          <a:solidFill>
            <a:schemeClr val="tx2"/>
          </a:solidFill>
          <a:latin typeface="+mj-lt"/>
          <a:ea typeface="+mj-ea"/>
          <a:cs typeface="+mj-cs"/>
        </a:defRPr>
      </a:lvl1pPr>
    </p:titleStyle>
    <p:bodyStyle>
      <a:lvl1pPr marL="365760" indent="-274320" algn="justLow"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F2B942-B92A-2E45-8EC0-57867F6F01EB}"/>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3A5CF6-438F-FE41-AE0D-B759171B0C6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ADD81B-544C-D244-83E4-4E486AE7EECA}"/>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589413-073D-8B47-B309-030A36FC1175}" type="datetime1">
              <a:rPr lang="en-US" smtClean="0"/>
              <a:t>12/15/2023</a:t>
            </a:fld>
            <a:endParaRPr lang="en-US"/>
          </a:p>
        </p:txBody>
      </p:sp>
      <p:sp>
        <p:nvSpPr>
          <p:cNvPr id="5" name="Footer Placeholder 4">
            <a:extLst>
              <a:ext uri="{FF2B5EF4-FFF2-40B4-BE49-F238E27FC236}">
                <a16:creationId xmlns:a16="http://schemas.microsoft.com/office/drawing/2014/main" id="{10E8B353-9F5D-7C4C-9D19-B7C6D6F6A2A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22C5F08-BBA1-684A-BFC9-EF43E5A8A4B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D5DC26-60E4-8E43-A906-D21F61161A83}" type="slidenum">
              <a:rPr lang="en-US" smtClean="0"/>
              <a:t>‹#›</a:t>
            </a:fld>
            <a:endParaRPr lang="en-US"/>
          </a:p>
        </p:txBody>
      </p:sp>
    </p:spTree>
    <p:extLst>
      <p:ext uri="{BB962C8B-B14F-4D97-AF65-F5344CB8AC3E}">
        <p14:creationId xmlns:p14="http://schemas.microsoft.com/office/powerpoint/2010/main" val="240727111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F092033-53A0-4557-BC8C-EDF7C4004F50}"/>
              </a:ext>
            </a:extLst>
          </p:cNvPr>
          <p:cNvSpPr>
            <a:spLocks noGrp="1" noChangeArrowheads="1"/>
          </p:cNvSpPr>
          <p:nvPr>
            <p:ph type="ctrTitle"/>
          </p:nvPr>
        </p:nvSpPr>
        <p:spPr/>
        <p:txBody>
          <a:bodyPr>
            <a:normAutofit fontScale="90000"/>
          </a:bodyPr>
          <a:lstStyle/>
          <a:p>
            <a:r>
              <a:rPr lang="en-US" altLang="en-US" b="1" dirty="0">
                <a:solidFill>
                  <a:schemeClr val="tx1"/>
                </a:solidFill>
              </a:rPr>
              <a:t>Chapter  5.2</a:t>
            </a:r>
            <a:br>
              <a:rPr lang="en-US" altLang="en-US" b="1" dirty="0">
                <a:solidFill>
                  <a:schemeClr val="tx1"/>
                </a:solidFill>
                <a:cs typeface="Calibri Light"/>
              </a:rPr>
            </a:br>
            <a:r>
              <a:rPr lang="en-US" altLang="en-US" b="1" dirty="0">
                <a:solidFill>
                  <a:schemeClr val="tx1"/>
                </a:solidFill>
                <a:cs typeface="Calibri Light"/>
              </a:rPr>
              <a:t>Code Tuning Strategies and Techniques</a:t>
            </a:r>
            <a:endParaRPr lang="en-US" altLang="en-US" dirty="0">
              <a:solidFill>
                <a:schemeClr val="tx1"/>
              </a:solidFill>
            </a:endParaRPr>
          </a:p>
        </p:txBody>
      </p:sp>
      <p:sp>
        <p:nvSpPr>
          <p:cNvPr id="4099" name="Subtitle 3">
            <a:extLst>
              <a:ext uri="{FF2B5EF4-FFF2-40B4-BE49-F238E27FC236}">
                <a16:creationId xmlns:a16="http://schemas.microsoft.com/office/drawing/2014/main" id="{B6B8808F-B611-4A7E-94DA-CDF020C7794F}"/>
              </a:ext>
            </a:extLst>
          </p:cNvPr>
          <p:cNvSpPr>
            <a:spLocks noGrp="1" noChangeArrowheads="1"/>
          </p:cNvSpPr>
          <p:nvPr>
            <p:ph type="subTitle" idx="1"/>
          </p:nvPr>
        </p:nvSpPr>
        <p:spPr/>
        <p:txBody>
          <a:bodyPr/>
          <a:lstStyle/>
          <a:p>
            <a:r>
              <a:rPr lang="en-US" altLang="en-US" b="1" dirty="0">
                <a:solidFill>
                  <a:srgbClr val="6E96A2"/>
                </a:solidFill>
              </a:rPr>
              <a:t>CCSW 325 (Software Construction)</a:t>
            </a:r>
          </a:p>
        </p:txBody>
      </p:sp>
      <p:sp>
        <p:nvSpPr>
          <p:cNvPr id="4101" name="Rectangle 6">
            <a:extLst>
              <a:ext uri="{FF2B5EF4-FFF2-40B4-BE49-F238E27FC236}">
                <a16:creationId xmlns:a16="http://schemas.microsoft.com/office/drawing/2014/main" id="{AEE57C53-6C77-4FD6-9666-64A46DD2907C}"/>
              </a:ext>
            </a:extLst>
          </p:cNvPr>
          <p:cNvSpPr>
            <a:spLocks noChangeArrowheads="1"/>
          </p:cNvSpPr>
          <p:nvPr/>
        </p:nvSpPr>
        <p:spPr bwMode="auto">
          <a:xfrm>
            <a:off x="3052763" y="2057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2" name="Rectangle 1029">
            <a:extLst>
              <a:ext uri="{FF2B5EF4-FFF2-40B4-BE49-F238E27FC236}">
                <a16:creationId xmlns:a16="http://schemas.microsoft.com/office/drawing/2014/main" id="{94F01EDA-3993-4F5B-8338-A155D71634A5}"/>
              </a:ext>
            </a:extLst>
          </p:cNvPr>
          <p:cNvSpPr>
            <a:spLocks noChangeArrowheads="1"/>
          </p:cNvSpPr>
          <p:nvPr/>
        </p:nvSpPr>
        <p:spPr bwMode="auto">
          <a:xfrm>
            <a:off x="0" y="24050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4103" name="Rectangle 1031">
            <a:extLst>
              <a:ext uri="{FF2B5EF4-FFF2-40B4-BE49-F238E27FC236}">
                <a16:creationId xmlns:a16="http://schemas.microsoft.com/office/drawing/2014/main" id="{D4B57B18-3F97-4D1E-AA13-041A7DDAEFC6}"/>
              </a:ext>
            </a:extLst>
          </p:cNvPr>
          <p:cNvSpPr>
            <a:spLocks noChangeArrowheads="1"/>
          </p:cNvSpPr>
          <p:nvPr/>
        </p:nvSpPr>
        <p:spPr bwMode="auto">
          <a:xfrm>
            <a:off x="0" y="2263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 name="Slide Number Placeholder 2">
            <a:extLst>
              <a:ext uri="{FF2B5EF4-FFF2-40B4-BE49-F238E27FC236}">
                <a16:creationId xmlns:a16="http://schemas.microsoft.com/office/drawing/2014/main" id="{089F2176-6175-6A4D-84ED-59A2EE053491}"/>
              </a:ext>
            </a:extLst>
          </p:cNvPr>
          <p:cNvSpPr>
            <a:spLocks noGrp="1"/>
          </p:cNvSpPr>
          <p:nvPr>
            <p:ph type="sldNum" sz="quarter" idx="12"/>
          </p:nvPr>
        </p:nvSpPr>
        <p:spPr/>
        <p:txBody>
          <a:bodyPr/>
          <a:lstStyle/>
          <a:p>
            <a:fld id="{9C8A9BBF-D171-497A-B4A2-0767A13C4597}"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sz="4400" b="1" dirty="0">
                <a:solidFill>
                  <a:schemeClr val="tx1"/>
                </a:solidFill>
                <a:latin typeface="+mn-lt"/>
              </a:rPr>
              <a:t>Outline</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2</a:t>
            </a:fld>
            <a:endParaRPr lang="en-US" sz="700"/>
          </a:p>
        </p:txBody>
      </p:sp>
      <p:sp>
        <p:nvSpPr>
          <p:cNvPr id="4" name="Content Placeholder 3">
            <a:extLst>
              <a:ext uri="{FF2B5EF4-FFF2-40B4-BE49-F238E27FC236}">
                <a16:creationId xmlns:a16="http://schemas.microsoft.com/office/drawing/2014/main" id="{13DBD703-CB40-13F3-AF07-698E2629FCEA}"/>
              </a:ext>
            </a:extLst>
          </p:cNvPr>
          <p:cNvSpPr>
            <a:spLocks noGrp="1"/>
          </p:cNvSpPr>
          <p:nvPr>
            <p:ph idx="1"/>
          </p:nvPr>
        </p:nvSpPr>
        <p:spPr>
          <a:xfrm>
            <a:off x="333829" y="1234281"/>
            <a:ext cx="8418285" cy="4389437"/>
          </a:xfrm>
        </p:spPr>
        <p:txBody>
          <a:bodyPr/>
          <a:lstStyle/>
          <a:p>
            <a:pPr marL="273050" marR="14669" indent="-273050">
              <a:spcBef>
                <a:spcPct val="20000"/>
              </a:spcBef>
              <a:buClr>
                <a:srgbClr val="0BD0D9"/>
              </a:buClr>
              <a:buSzPct val="95000"/>
              <a:buFont typeface="Wingdings 2" panose="05020102010507070707" pitchFamily="18" charset="2"/>
              <a:buChar char=""/>
              <a:tabLst>
                <a:tab pos="199073" algn="l"/>
              </a:tabLst>
            </a:pPr>
            <a:r>
              <a:rPr lang="en-US" sz="2800" dirty="0">
                <a:solidFill>
                  <a:schemeClr val="tx1"/>
                </a:solidFill>
                <a:latin typeface="+mn-lt"/>
                <a:cs typeface="+mn-cs"/>
              </a:rPr>
              <a:t>Expressions</a:t>
            </a:r>
          </a:p>
          <a:p>
            <a:pPr marL="273050" marR="14669" indent="-273050">
              <a:spcBef>
                <a:spcPct val="20000"/>
              </a:spcBef>
              <a:buClr>
                <a:srgbClr val="0BD0D9"/>
              </a:buClr>
              <a:buSzPct val="95000"/>
              <a:buFont typeface="Wingdings 2" panose="05020102010507070707" pitchFamily="18" charset="2"/>
              <a:buChar char=""/>
              <a:tabLst>
                <a:tab pos="199073" algn="l"/>
              </a:tabLst>
            </a:pPr>
            <a:r>
              <a:rPr lang="en-US" sz="2800" dirty="0">
                <a:solidFill>
                  <a:schemeClr val="tx1"/>
                </a:solidFill>
                <a:latin typeface="+mn-lt"/>
                <a:cs typeface="+mn-cs"/>
              </a:rPr>
              <a:t>Data Transformations</a:t>
            </a:r>
          </a:p>
        </p:txBody>
      </p:sp>
    </p:spTree>
    <p:extLst>
      <p:ext uri="{BB962C8B-B14F-4D97-AF65-F5344CB8AC3E}">
        <p14:creationId xmlns:p14="http://schemas.microsoft.com/office/powerpoint/2010/main" val="1660404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b="1" dirty="0">
                <a:solidFill>
                  <a:schemeClr val="tx1"/>
                </a:solidFill>
                <a:latin typeface="+mn-lt"/>
              </a:rPr>
              <a:t>Expressions</a:t>
            </a: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3</a:t>
            </a:fld>
            <a:endParaRPr lang="en-US" sz="700"/>
          </a:p>
        </p:txBody>
      </p:sp>
      <p:sp>
        <p:nvSpPr>
          <p:cNvPr id="2" name="Content Placeholder 3">
            <a:extLst>
              <a:ext uri="{FF2B5EF4-FFF2-40B4-BE49-F238E27FC236}">
                <a16:creationId xmlns:a16="http://schemas.microsoft.com/office/drawing/2014/main" id="{B05AAD57-3C99-5116-8BE7-63334E9CCB6B}"/>
              </a:ext>
            </a:extLst>
          </p:cNvPr>
          <p:cNvSpPr>
            <a:spLocks noGrp="1"/>
          </p:cNvSpPr>
          <p:nvPr>
            <p:ph idx="1"/>
          </p:nvPr>
        </p:nvSpPr>
        <p:spPr>
          <a:xfrm>
            <a:off x="333829" y="1234281"/>
            <a:ext cx="8418285" cy="4389437"/>
          </a:xfrm>
        </p:spPr>
        <p:txBody>
          <a:bodyPr/>
          <a:lstStyle/>
          <a:p>
            <a:pPr marL="273050" marR="4191" indent="-273050">
              <a:spcBef>
                <a:spcPct val="20000"/>
              </a:spcBef>
              <a:buClr>
                <a:srgbClr val="0BD0D9"/>
              </a:buClr>
              <a:buSzPct val="95000"/>
              <a:buFont typeface="Wingdings 2" panose="05020102010507070707" pitchFamily="18" charset="2"/>
              <a:buChar char=""/>
              <a:tabLst>
                <a:tab pos="199073" algn="l"/>
              </a:tabLst>
            </a:pPr>
            <a:r>
              <a:rPr lang="en-US" altLang="en-US" sz="2800" dirty="0">
                <a:solidFill>
                  <a:schemeClr val="tx1"/>
                </a:solidFill>
                <a:latin typeface="+mn-lt"/>
                <a:cs typeface="+mn-cs"/>
              </a:rPr>
              <a:t>Much of the work in a program is done inside mathematical or logical expressions.</a:t>
            </a:r>
          </a:p>
          <a:p>
            <a:pPr marL="273050" marR="223695" indent="-273050">
              <a:spcBef>
                <a:spcPct val="20000"/>
              </a:spcBef>
              <a:buClr>
                <a:srgbClr val="0BD0D9"/>
              </a:buClr>
              <a:buSzPct val="95000"/>
              <a:buFont typeface="Wingdings 2" panose="05020102010507070707" pitchFamily="18" charset="2"/>
              <a:buChar char=""/>
              <a:tabLst>
                <a:tab pos="199073" algn="l"/>
              </a:tabLst>
            </a:pPr>
            <a:r>
              <a:rPr lang="en-US" altLang="en-US" sz="2800" dirty="0">
                <a:solidFill>
                  <a:schemeClr val="tx1"/>
                </a:solidFill>
                <a:latin typeface="+mn-lt"/>
                <a:cs typeface="+mn-cs"/>
              </a:rPr>
              <a:t>Complicated expressions tend to be expensive, so this section looks at ways to make them cheaper.</a:t>
            </a:r>
          </a:p>
        </p:txBody>
      </p:sp>
      <p:pic>
        <p:nvPicPr>
          <p:cNvPr id="3" name="Picture 2" descr="Nerd1">
            <a:extLst>
              <a:ext uri="{FF2B5EF4-FFF2-40B4-BE49-F238E27FC236}">
                <a16:creationId xmlns:a16="http://schemas.microsoft.com/office/drawing/2014/main" id="{683ED02D-0D75-9586-B180-032D053CD116}"/>
              </a:ext>
            </a:extLst>
          </p:cNvPr>
          <p:cNvPicPr>
            <a:picLocks noChangeAspect="1" noChangeArrowheads="1"/>
          </p:cNvPicPr>
          <p:nvPr/>
        </p:nvPicPr>
        <p:blipFill>
          <a:blip r:embed="rId2" cstate="print"/>
          <a:srcRect/>
          <a:stretch>
            <a:fillRect/>
          </a:stretch>
        </p:blipFill>
        <p:spPr bwMode="auto">
          <a:xfrm>
            <a:off x="3112633" y="3218395"/>
            <a:ext cx="2860675" cy="3316383"/>
          </a:xfrm>
          <a:prstGeom prst="rect">
            <a:avLst/>
          </a:prstGeom>
          <a:noFill/>
          <a:ln w="19050">
            <a:noFill/>
            <a:miter lim="800000"/>
            <a:headEnd/>
            <a:tailEnd/>
          </a:ln>
        </p:spPr>
      </p:pic>
    </p:spTree>
    <p:extLst>
      <p:ext uri="{BB962C8B-B14F-4D97-AF65-F5344CB8AC3E}">
        <p14:creationId xmlns:p14="http://schemas.microsoft.com/office/powerpoint/2010/main" val="2997704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40" y="-10590"/>
            <a:ext cx="9169639" cy="817280"/>
          </a:xfrm>
          <a:solidFill>
            <a:schemeClr val="accent6">
              <a:lumMod val="40000"/>
              <a:lumOff val="60000"/>
            </a:schemeClr>
          </a:solidFill>
        </p:spPr>
        <p:txBody>
          <a:bodyPr anchor="ctr">
            <a:normAutofit/>
          </a:bodyPr>
          <a:lstStyle/>
          <a:p>
            <a:r>
              <a:rPr lang="en-US" sz="4400" b="1" dirty="0">
                <a:solidFill>
                  <a:schemeClr val="tx1"/>
                </a:solidFill>
              </a:rPr>
              <a:t>Expressions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4</a:t>
            </a:fld>
            <a:endParaRPr lang="en-US" sz="700"/>
          </a:p>
        </p:txBody>
      </p:sp>
      <p:sp>
        <p:nvSpPr>
          <p:cNvPr id="2" name="Rectangle 1">
            <a:extLst>
              <a:ext uri="{FF2B5EF4-FFF2-40B4-BE49-F238E27FC236}">
                <a16:creationId xmlns:a16="http://schemas.microsoft.com/office/drawing/2014/main" id="{EA8C4F2F-DFE1-E278-AA04-7F1B61C1E985}"/>
              </a:ext>
            </a:extLst>
          </p:cNvPr>
          <p:cNvSpPr/>
          <p:nvPr/>
        </p:nvSpPr>
        <p:spPr>
          <a:xfrm>
            <a:off x="2646216" y="1403142"/>
            <a:ext cx="3851567" cy="461665"/>
          </a:xfrm>
          <a:prstGeom prst="rect">
            <a:avLst/>
          </a:prstGeom>
          <a:ln>
            <a:solidFill>
              <a:schemeClr val="tx1"/>
            </a:solidFill>
          </a:ln>
        </p:spPr>
        <p:txBody>
          <a:bodyPr wrap="none">
            <a:spAutoFit/>
          </a:bodyPr>
          <a:lstStyle/>
          <a:p>
            <a:pPr algn="ctr"/>
            <a:r>
              <a:rPr lang="en-US" altLang="en-US" sz="2400" b="1" dirty="0"/>
              <a:t>Initialize at Compile Time</a:t>
            </a:r>
            <a:endParaRPr lang="en-US" sz="2400" dirty="0"/>
          </a:p>
        </p:txBody>
      </p:sp>
      <p:sp>
        <p:nvSpPr>
          <p:cNvPr id="3" name="Content Placeholder 3">
            <a:extLst>
              <a:ext uri="{FF2B5EF4-FFF2-40B4-BE49-F238E27FC236}">
                <a16:creationId xmlns:a16="http://schemas.microsoft.com/office/drawing/2014/main" id="{7EC32835-B90E-53BE-F425-C5094A7C6E50}"/>
              </a:ext>
            </a:extLst>
          </p:cNvPr>
          <p:cNvSpPr>
            <a:spLocks noGrp="1"/>
          </p:cNvSpPr>
          <p:nvPr>
            <p:ph idx="1"/>
          </p:nvPr>
        </p:nvSpPr>
        <p:spPr>
          <a:xfrm>
            <a:off x="333829" y="2168775"/>
            <a:ext cx="8418285" cy="4389437"/>
          </a:xfrm>
        </p:spPr>
        <p:txBody>
          <a:bodyPr/>
          <a:lstStyle/>
          <a:p>
            <a:pPr marL="199073" marR="4191" indent="-188595">
              <a:spcBef>
                <a:spcPts val="70"/>
              </a:spcBef>
              <a:buFont typeface="Arial"/>
              <a:buChar char="•"/>
              <a:tabLst>
                <a:tab pos="199073" algn="l"/>
              </a:tabLst>
            </a:pPr>
            <a:r>
              <a:rPr lang="en-US" sz="2800" spc="-4" dirty="0">
                <a:solidFill>
                  <a:schemeClr val="tx1"/>
                </a:solidFill>
                <a:latin typeface="+mn-lt"/>
                <a:cs typeface="Calibri"/>
              </a:rPr>
              <a:t>If </a:t>
            </a:r>
            <a:r>
              <a:rPr lang="en-US" sz="2800" spc="-33" dirty="0">
                <a:solidFill>
                  <a:schemeClr val="tx1"/>
                </a:solidFill>
                <a:latin typeface="+mn-lt"/>
                <a:cs typeface="Calibri"/>
              </a:rPr>
              <a:t>you’re </a:t>
            </a:r>
            <a:r>
              <a:rPr lang="en-US" sz="2800" spc="-4" dirty="0">
                <a:solidFill>
                  <a:schemeClr val="tx1"/>
                </a:solidFill>
                <a:latin typeface="+mn-lt"/>
                <a:cs typeface="Calibri"/>
              </a:rPr>
              <a:t>using </a:t>
            </a:r>
            <a:r>
              <a:rPr lang="en-US" sz="2800" dirty="0">
                <a:solidFill>
                  <a:schemeClr val="tx1"/>
                </a:solidFill>
                <a:latin typeface="+mn-lt"/>
                <a:cs typeface="Calibri"/>
              </a:rPr>
              <a:t>a </a:t>
            </a:r>
            <a:r>
              <a:rPr lang="en-US" sz="2800" spc="-4" dirty="0">
                <a:solidFill>
                  <a:srgbClr val="0000FF"/>
                </a:solidFill>
                <a:latin typeface="+mn-lt"/>
                <a:cs typeface="Calibri"/>
              </a:rPr>
              <a:t>named </a:t>
            </a:r>
            <a:r>
              <a:rPr lang="en-US" sz="2800" b="1" spc="-12" dirty="0">
                <a:solidFill>
                  <a:srgbClr val="0000FF"/>
                </a:solidFill>
                <a:latin typeface="+mn-lt"/>
                <a:cs typeface="Calibri"/>
              </a:rPr>
              <a:t>constant </a:t>
            </a:r>
            <a:r>
              <a:rPr lang="en-US" sz="2800" spc="-4" dirty="0">
                <a:solidFill>
                  <a:srgbClr val="0000FF"/>
                </a:solidFill>
                <a:latin typeface="+mn-lt"/>
                <a:cs typeface="Calibri"/>
              </a:rPr>
              <a:t>or </a:t>
            </a:r>
            <a:r>
              <a:rPr lang="en-US" sz="2800" dirty="0">
                <a:solidFill>
                  <a:srgbClr val="0000FF"/>
                </a:solidFill>
                <a:latin typeface="+mn-lt"/>
                <a:cs typeface="Calibri"/>
              </a:rPr>
              <a:t>a </a:t>
            </a:r>
            <a:r>
              <a:rPr lang="en-US" sz="2800" spc="-4" dirty="0">
                <a:solidFill>
                  <a:srgbClr val="0000FF"/>
                </a:solidFill>
                <a:latin typeface="+mn-lt"/>
                <a:cs typeface="Calibri"/>
              </a:rPr>
              <a:t>magic </a:t>
            </a:r>
            <a:r>
              <a:rPr lang="en-US" sz="2800" dirty="0">
                <a:solidFill>
                  <a:srgbClr val="0000FF"/>
                </a:solidFill>
                <a:latin typeface="+mn-lt"/>
                <a:cs typeface="Calibri"/>
              </a:rPr>
              <a:t>number </a:t>
            </a:r>
            <a:r>
              <a:rPr lang="en-US" sz="2800" spc="-4" dirty="0">
                <a:solidFill>
                  <a:srgbClr val="0000FF"/>
                </a:solidFill>
                <a:latin typeface="+mn-lt"/>
                <a:cs typeface="Calibri"/>
              </a:rPr>
              <a:t>in </a:t>
            </a:r>
            <a:r>
              <a:rPr lang="en-US" sz="2800" dirty="0">
                <a:solidFill>
                  <a:srgbClr val="0000FF"/>
                </a:solidFill>
                <a:latin typeface="+mn-lt"/>
                <a:cs typeface="Calibri"/>
              </a:rPr>
              <a:t>a </a:t>
            </a:r>
            <a:r>
              <a:rPr lang="en-US" sz="2800" spc="-8" dirty="0">
                <a:solidFill>
                  <a:srgbClr val="0000FF"/>
                </a:solidFill>
                <a:latin typeface="+mn-lt"/>
                <a:cs typeface="Calibri"/>
              </a:rPr>
              <a:t>routine call </a:t>
            </a:r>
            <a:r>
              <a:rPr lang="en-US" sz="2800" dirty="0">
                <a:solidFill>
                  <a:srgbClr val="0000FF"/>
                </a:solidFill>
                <a:latin typeface="+mn-lt"/>
                <a:cs typeface="Calibri"/>
              </a:rPr>
              <a:t>and </a:t>
            </a:r>
            <a:r>
              <a:rPr lang="en-US" sz="2800" spc="-50" dirty="0">
                <a:solidFill>
                  <a:srgbClr val="0000FF"/>
                </a:solidFill>
                <a:latin typeface="+mn-lt"/>
                <a:cs typeface="Calibri"/>
              </a:rPr>
              <a:t>it’s </a:t>
            </a:r>
            <a:r>
              <a:rPr lang="en-US" sz="2800" spc="-4" dirty="0">
                <a:solidFill>
                  <a:srgbClr val="0000FF"/>
                </a:solidFill>
                <a:latin typeface="+mn-lt"/>
                <a:cs typeface="Calibri"/>
              </a:rPr>
              <a:t>the only </a:t>
            </a:r>
            <a:r>
              <a:rPr lang="en-US" sz="2800" spc="-8" dirty="0">
                <a:solidFill>
                  <a:srgbClr val="0000FF"/>
                </a:solidFill>
                <a:latin typeface="+mn-lt"/>
                <a:cs typeface="Calibri"/>
              </a:rPr>
              <a:t>argument</a:t>
            </a:r>
            <a:r>
              <a:rPr lang="en-US" sz="2800" spc="-8" dirty="0">
                <a:latin typeface="+mn-lt"/>
                <a:cs typeface="Calibri"/>
              </a:rPr>
              <a:t>, </a:t>
            </a:r>
            <a:r>
              <a:rPr lang="en-US" sz="2800" spc="-37" dirty="0">
                <a:solidFill>
                  <a:srgbClr val="BF0000"/>
                </a:solidFill>
                <a:latin typeface="+mn-lt"/>
                <a:cs typeface="Calibri"/>
              </a:rPr>
              <a:t>that’s </a:t>
            </a:r>
            <a:r>
              <a:rPr lang="en-US" sz="2800" dirty="0">
                <a:solidFill>
                  <a:srgbClr val="BF0000"/>
                </a:solidFill>
                <a:latin typeface="+mn-lt"/>
                <a:cs typeface="Calibri"/>
              </a:rPr>
              <a:t>a </a:t>
            </a:r>
            <a:r>
              <a:rPr lang="en-US" sz="2800" spc="-4" dirty="0">
                <a:solidFill>
                  <a:srgbClr val="BF0000"/>
                </a:solidFill>
                <a:latin typeface="+mn-lt"/>
                <a:cs typeface="Calibri"/>
              </a:rPr>
              <a:t>clue </a:t>
            </a:r>
            <a:r>
              <a:rPr lang="en-US" sz="2800" spc="-8" dirty="0">
                <a:solidFill>
                  <a:srgbClr val="BF0000"/>
                </a:solidFill>
                <a:latin typeface="+mn-lt"/>
                <a:cs typeface="Calibri"/>
              </a:rPr>
              <a:t>that </a:t>
            </a:r>
            <a:r>
              <a:rPr lang="en-US" sz="2800" spc="-17" dirty="0">
                <a:solidFill>
                  <a:srgbClr val="BF0000"/>
                </a:solidFill>
                <a:latin typeface="+mn-lt"/>
                <a:cs typeface="Calibri"/>
              </a:rPr>
              <a:t>you </a:t>
            </a:r>
            <a:r>
              <a:rPr lang="en-US" sz="2800" spc="-8" dirty="0">
                <a:solidFill>
                  <a:srgbClr val="BF0000"/>
                </a:solidFill>
                <a:latin typeface="+mn-lt"/>
                <a:cs typeface="Calibri"/>
              </a:rPr>
              <a:t>could precompute </a:t>
            </a:r>
            <a:r>
              <a:rPr lang="en-US" sz="2800" spc="-4" dirty="0">
                <a:solidFill>
                  <a:srgbClr val="BF0000"/>
                </a:solidFill>
                <a:latin typeface="+mn-lt"/>
                <a:cs typeface="Calibri"/>
              </a:rPr>
              <a:t>the </a:t>
            </a:r>
            <a:r>
              <a:rPr lang="en-US" sz="2800" spc="-50" dirty="0">
                <a:solidFill>
                  <a:srgbClr val="BF0000"/>
                </a:solidFill>
                <a:latin typeface="+mn-lt"/>
                <a:cs typeface="Calibri"/>
              </a:rPr>
              <a:t>number, </a:t>
            </a:r>
            <a:r>
              <a:rPr lang="en-US" sz="2800" dirty="0">
                <a:solidFill>
                  <a:srgbClr val="BF0000"/>
                </a:solidFill>
                <a:latin typeface="+mn-lt"/>
                <a:cs typeface="Calibri"/>
              </a:rPr>
              <a:t>put </a:t>
            </a:r>
            <a:r>
              <a:rPr lang="en-US" sz="2800" spc="-4" dirty="0">
                <a:solidFill>
                  <a:srgbClr val="BF0000"/>
                </a:solidFill>
                <a:latin typeface="+mn-lt"/>
                <a:cs typeface="Calibri"/>
              </a:rPr>
              <a:t>it </a:t>
            </a:r>
            <a:r>
              <a:rPr lang="en-US" sz="2800" spc="-21" dirty="0">
                <a:solidFill>
                  <a:srgbClr val="BF0000"/>
                </a:solidFill>
                <a:latin typeface="+mn-lt"/>
                <a:cs typeface="Calibri"/>
              </a:rPr>
              <a:t>into </a:t>
            </a:r>
            <a:r>
              <a:rPr lang="en-US" sz="2800" dirty="0">
                <a:solidFill>
                  <a:srgbClr val="BF0000"/>
                </a:solidFill>
                <a:latin typeface="+mn-lt"/>
                <a:cs typeface="Calibri"/>
              </a:rPr>
              <a:t>a </a:t>
            </a:r>
            <a:r>
              <a:rPr lang="en-US" sz="2800" b="1" spc="-25" dirty="0">
                <a:solidFill>
                  <a:srgbClr val="BF0000"/>
                </a:solidFill>
                <a:latin typeface="+mn-lt"/>
                <a:cs typeface="Calibri"/>
              </a:rPr>
              <a:t>constant</a:t>
            </a:r>
            <a:r>
              <a:rPr lang="en-US" sz="2800" spc="-25" dirty="0">
                <a:solidFill>
                  <a:srgbClr val="BF0000"/>
                </a:solidFill>
                <a:latin typeface="+mn-lt"/>
                <a:cs typeface="Calibri"/>
              </a:rPr>
              <a:t>, </a:t>
            </a:r>
            <a:r>
              <a:rPr lang="en-US" sz="2800" dirty="0">
                <a:solidFill>
                  <a:srgbClr val="BF0000"/>
                </a:solidFill>
                <a:latin typeface="+mn-lt"/>
                <a:cs typeface="Calibri"/>
              </a:rPr>
              <a:t>and </a:t>
            </a:r>
            <a:r>
              <a:rPr lang="en-US" sz="2800" spc="-21" dirty="0">
                <a:solidFill>
                  <a:srgbClr val="BF0000"/>
                </a:solidFill>
                <a:latin typeface="+mn-lt"/>
                <a:cs typeface="Calibri"/>
              </a:rPr>
              <a:t>avoid </a:t>
            </a:r>
            <a:r>
              <a:rPr lang="en-US" sz="2800" spc="-4" dirty="0">
                <a:solidFill>
                  <a:srgbClr val="BF0000"/>
                </a:solidFill>
                <a:latin typeface="+mn-lt"/>
                <a:cs typeface="Calibri"/>
              </a:rPr>
              <a:t>the </a:t>
            </a:r>
            <a:r>
              <a:rPr lang="en-US" sz="2800" spc="-8" dirty="0">
                <a:solidFill>
                  <a:srgbClr val="BF0000"/>
                </a:solidFill>
                <a:latin typeface="+mn-lt"/>
                <a:cs typeface="Calibri"/>
              </a:rPr>
              <a:t>routine</a:t>
            </a:r>
            <a:r>
              <a:rPr lang="en-US" sz="2800" spc="111" dirty="0">
                <a:solidFill>
                  <a:srgbClr val="BF0000"/>
                </a:solidFill>
                <a:latin typeface="+mn-lt"/>
                <a:cs typeface="Calibri"/>
              </a:rPr>
              <a:t> </a:t>
            </a:r>
            <a:r>
              <a:rPr lang="en-US" sz="2800" spc="-8" dirty="0">
                <a:solidFill>
                  <a:srgbClr val="BF0000"/>
                </a:solidFill>
                <a:latin typeface="+mn-lt"/>
                <a:cs typeface="Calibri"/>
              </a:rPr>
              <a:t>call</a:t>
            </a:r>
            <a:r>
              <a:rPr lang="en-US" sz="2800" spc="-8" dirty="0">
                <a:latin typeface="+mn-lt"/>
                <a:cs typeface="Calibri"/>
              </a:rPr>
              <a:t>.</a:t>
            </a:r>
            <a:endParaRPr lang="en-US" sz="2800" dirty="0">
              <a:latin typeface="+mn-lt"/>
              <a:cs typeface="Calibri"/>
            </a:endParaRPr>
          </a:p>
          <a:p>
            <a:pPr marL="199073" marR="235220" indent="-188595">
              <a:spcBef>
                <a:spcPts val="734"/>
              </a:spcBef>
              <a:buFont typeface="Arial"/>
              <a:buChar char="•"/>
              <a:tabLst>
                <a:tab pos="199073" algn="l"/>
              </a:tabLst>
            </a:pPr>
            <a:r>
              <a:rPr lang="en-US" sz="2800" u="heavy" spc="-25" dirty="0">
                <a:solidFill>
                  <a:schemeClr val="tx1"/>
                </a:solidFill>
                <a:uFill>
                  <a:solidFill>
                    <a:srgbClr val="000000"/>
                  </a:solidFill>
                </a:uFill>
                <a:latin typeface="+mn-lt"/>
                <a:cs typeface="Calibri"/>
              </a:rPr>
              <a:t>For </a:t>
            </a:r>
            <a:r>
              <a:rPr lang="en-US" sz="2800" u="heavy" spc="-21" dirty="0">
                <a:solidFill>
                  <a:schemeClr val="tx1"/>
                </a:solidFill>
                <a:uFill>
                  <a:solidFill>
                    <a:srgbClr val="000000"/>
                  </a:solidFill>
                </a:uFill>
                <a:latin typeface="+mn-lt"/>
                <a:cs typeface="Calibri"/>
              </a:rPr>
              <a:t>example</a:t>
            </a:r>
            <a:r>
              <a:rPr lang="en-US" sz="2800" spc="-21" dirty="0">
                <a:solidFill>
                  <a:schemeClr val="tx1"/>
                </a:solidFill>
                <a:latin typeface="+mn-lt"/>
                <a:cs typeface="Calibri"/>
              </a:rPr>
              <a:t>, </a:t>
            </a:r>
            <a:r>
              <a:rPr lang="en-US" sz="2800" spc="-8" dirty="0">
                <a:solidFill>
                  <a:schemeClr val="tx1"/>
                </a:solidFill>
                <a:latin typeface="+mn-lt"/>
                <a:cs typeface="Calibri"/>
              </a:rPr>
              <a:t>compute </a:t>
            </a:r>
            <a:r>
              <a:rPr lang="en-US" sz="2800" spc="-4" dirty="0">
                <a:solidFill>
                  <a:schemeClr val="tx1"/>
                </a:solidFill>
                <a:latin typeface="+mn-lt"/>
                <a:cs typeface="Calibri"/>
              </a:rPr>
              <a:t>the base-two </a:t>
            </a:r>
            <a:r>
              <a:rPr lang="en-US" sz="2800" spc="-8" dirty="0">
                <a:solidFill>
                  <a:schemeClr val="tx1"/>
                </a:solidFill>
                <a:latin typeface="+mn-lt"/>
                <a:cs typeface="Calibri"/>
              </a:rPr>
              <a:t>logarithm </a:t>
            </a:r>
            <a:r>
              <a:rPr lang="en-US" sz="2800" spc="-4" dirty="0">
                <a:solidFill>
                  <a:schemeClr val="tx1"/>
                </a:solidFill>
                <a:latin typeface="+mn-lt"/>
                <a:cs typeface="Calibri"/>
              </a:rPr>
              <a:t>of </a:t>
            </a:r>
            <a:r>
              <a:rPr lang="en-US" sz="2800" spc="4" dirty="0">
                <a:solidFill>
                  <a:schemeClr val="tx1"/>
                </a:solidFill>
                <a:latin typeface="+mn-lt"/>
                <a:cs typeface="Calibri"/>
              </a:rPr>
              <a:t>an </a:t>
            </a:r>
            <a:r>
              <a:rPr lang="en-US" sz="2800" spc="-58" dirty="0">
                <a:solidFill>
                  <a:schemeClr val="tx1"/>
                </a:solidFill>
                <a:latin typeface="+mn-lt"/>
                <a:cs typeface="Calibri"/>
              </a:rPr>
              <a:t>integer, </a:t>
            </a:r>
            <a:r>
              <a:rPr lang="en-US" sz="2800" spc="-8" dirty="0">
                <a:solidFill>
                  <a:schemeClr val="tx1"/>
                </a:solidFill>
                <a:latin typeface="+mn-lt"/>
                <a:cs typeface="Calibri"/>
              </a:rPr>
              <a:t>truncated </a:t>
            </a:r>
            <a:r>
              <a:rPr lang="en-US" sz="2800" spc="-21" dirty="0">
                <a:solidFill>
                  <a:schemeClr val="tx1"/>
                </a:solidFill>
                <a:latin typeface="+mn-lt"/>
                <a:cs typeface="Calibri"/>
              </a:rPr>
              <a:t>to </a:t>
            </a:r>
            <a:r>
              <a:rPr lang="en-US" sz="2800" spc="-4" dirty="0">
                <a:solidFill>
                  <a:schemeClr val="tx1"/>
                </a:solidFill>
                <a:latin typeface="+mn-lt"/>
                <a:cs typeface="Calibri"/>
              </a:rPr>
              <a:t>the </a:t>
            </a:r>
            <a:r>
              <a:rPr lang="en-US" sz="2800" spc="-8" dirty="0">
                <a:solidFill>
                  <a:schemeClr val="tx1"/>
                </a:solidFill>
                <a:latin typeface="+mn-lt"/>
                <a:cs typeface="Calibri"/>
              </a:rPr>
              <a:t>nearest </a:t>
            </a:r>
            <a:r>
              <a:rPr lang="en-US" sz="2800" spc="-66" dirty="0">
                <a:solidFill>
                  <a:schemeClr val="tx1"/>
                </a:solidFill>
                <a:latin typeface="+mn-lt"/>
                <a:cs typeface="Calibri"/>
              </a:rPr>
              <a:t>integer. </a:t>
            </a:r>
            <a:r>
              <a:rPr lang="en-US" sz="2800" spc="-4" dirty="0">
                <a:solidFill>
                  <a:schemeClr val="tx1"/>
                </a:solidFill>
                <a:latin typeface="+mn-lt"/>
                <a:cs typeface="Calibri"/>
              </a:rPr>
              <a:t>If the </a:t>
            </a:r>
            <a:r>
              <a:rPr lang="en-US" sz="2800" spc="-33" dirty="0">
                <a:solidFill>
                  <a:schemeClr val="tx1"/>
                </a:solidFill>
                <a:latin typeface="+mn-lt"/>
                <a:cs typeface="Calibri"/>
              </a:rPr>
              <a:t>system </a:t>
            </a:r>
            <a:r>
              <a:rPr lang="en-US" sz="2800" spc="-4" dirty="0">
                <a:solidFill>
                  <a:schemeClr val="tx1"/>
                </a:solidFill>
                <a:latin typeface="+mn-lt"/>
                <a:cs typeface="Calibri"/>
              </a:rPr>
              <a:t>doesn’t </a:t>
            </a:r>
            <a:r>
              <a:rPr lang="en-US" sz="2800" spc="-29" dirty="0">
                <a:solidFill>
                  <a:schemeClr val="tx1"/>
                </a:solidFill>
                <a:latin typeface="+mn-lt"/>
                <a:cs typeface="Calibri"/>
              </a:rPr>
              <a:t>have </a:t>
            </a:r>
            <a:r>
              <a:rPr lang="en-US" sz="2800" dirty="0">
                <a:solidFill>
                  <a:schemeClr val="tx1"/>
                </a:solidFill>
                <a:latin typeface="+mn-lt"/>
                <a:cs typeface="Calibri"/>
              </a:rPr>
              <a:t>a </a:t>
            </a:r>
            <a:r>
              <a:rPr lang="en-US" sz="2800" spc="-25" dirty="0">
                <a:solidFill>
                  <a:schemeClr val="tx1"/>
                </a:solidFill>
                <a:latin typeface="+mn-lt"/>
                <a:cs typeface="Calibri"/>
              </a:rPr>
              <a:t>log- </a:t>
            </a:r>
            <a:r>
              <a:rPr lang="en-US" sz="2800" spc="-4" dirty="0">
                <a:solidFill>
                  <a:schemeClr val="tx1"/>
                </a:solidFill>
                <a:latin typeface="+mn-lt"/>
                <a:cs typeface="Calibri"/>
              </a:rPr>
              <a:t>base-two </a:t>
            </a:r>
            <a:r>
              <a:rPr lang="en-US" sz="2800" spc="-8" dirty="0">
                <a:solidFill>
                  <a:schemeClr val="tx1"/>
                </a:solidFill>
                <a:latin typeface="+mn-lt"/>
                <a:cs typeface="Calibri"/>
              </a:rPr>
              <a:t>routine, </a:t>
            </a:r>
            <a:r>
              <a:rPr lang="en-US" sz="2800" dirty="0">
                <a:solidFill>
                  <a:schemeClr val="tx1"/>
                </a:solidFill>
                <a:latin typeface="+mn-lt"/>
                <a:cs typeface="Calibri"/>
              </a:rPr>
              <a:t>a </a:t>
            </a:r>
            <a:r>
              <a:rPr lang="en-US" sz="2800" spc="-4" dirty="0">
                <a:solidFill>
                  <a:schemeClr val="tx1"/>
                </a:solidFill>
                <a:latin typeface="+mn-lt"/>
                <a:cs typeface="Calibri"/>
              </a:rPr>
              <a:t>quick </a:t>
            </a:r>
            <a:r>
              <a:rPr lang="en-US" sz="2800" dirty="0">
                <a:solidFill>
                  <a:schemeClr val="tx1"/>
                </a:solidFill>
                <a:latin typeface="+mn-lt"/>
                <a:cs typeface="Calibri"/>
              </a:rPr>
              <a:t>and </a:t>
            </a:r>
            <a:r>
              <a:rPr lang="en-US" sz="2800" spc="-12" dirty="0">
                <a:solidFill>
                  <a:schemeClr val="tx1"/>
                </a:solidFill>
                <a:latin typeface="+mn-lt"/>
                <a:cs typeface="Calibri"/>
              </a:rPr>
              <a:t>easy</a:t>
            </a:r>
            <a:r>
              <a:rPr lang="en-US" sz="2800" spc="4" dirty="0">
                <a:solidFill>
                  <a:schemeClr val="tx1"/>
                </a:solidFill>
                <a:latin typeface="+mn-lt"/>
                <a:cs typeface="Calibri"/>
              </a:rPr>
              <a:t> </a:t>
            </a:r>
            <a:r>
              <a:rPr lang="en-US" sz="2800" spc="-8" dirty="0">
                <a:solidFill>
                  <a:schemeClr val="tx1"/>
                </a:solidFill>
                <a:latin typeface="+mn-lt"/>
                <a:cs typeface="Calibri"/>
              </a:rPr>
              <a:t>approach:</a:t>
            </a:r>
            <a:endParaRPr lang="en-US" sz="2800" dirty="0">
              <a:solidFill>
                <a:schemeClr val="tx1"/>
              </a:solidFill>
              <a:latin typeface="+mn-lt"/>
              <a:cs typeface="Calibri"/>
            </a:endParaRPr>
          </a:p>
        </p:txBody>
      </p:sp>
      <p:sp>
        <p:nvSpPr>
          <p:cNvPr id="4" name="object 4">
            <a:extLst>
              <a:ext uri="{FF2B5EF4-FFF2-40B4-BE49-F238E27FC236}">
                <a16:creationId xmlns:a16="http://schemas.microsoft.com/office/drawing/2014/main" id="{02486102-E4DA-E185-922A-47801E20B762}"/>
              </a:ext>
            </a:extLst>
          </p:cNvPr>
          <p:cNvSpPr/>
          <p:nvPr/>
        </p:nvSpPr>
        <p:spPr>
          <a:xfrm>
            <a:off x="1089613" y="5454858"/>
            <a:ext cx="6964771" cy="1087438"/>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810758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rPr>
              <a:t>Expressions</a:t>
            </a:r>
            <a:endParaRPr lang="en-US" b="1" dirty="0">
              <a:solidFill>
                <a:schemeClr val="tx1"/>
              </a:solidFill>
              <a:latin typeface="+mn-lt"/>
            </a:endParaRPr>
          </a:p>
        </p:txBody>
      </p:sp>
      <p:sp>
        <p:nvSpPr>
          <p:cNvPr id="9219" name="Content Placeholder 6"/>
          <p:cNvSpPr>
            <a:spLocks noGrp="1"/>
          </p:cNvSpPr>
          <p:nvPr>
            <p:ph sz="half" idx="1"/>
          </p:nvPr>
        </p:nvSpPr>
        <p:spPr>
          <a:xfrm>
            <a:off x="400547" y="1597255"/>
            <a:ext cx="7889837" cy="4454055"/>
          </a:xfrm>
        </p:spPr>
        <p:txBody>
          <a:bodyPr vert="horz" lIns="0" tIns="45720" rIns="0" bIns="45720" rtlCol="0" anchor="t">
            <a:normAutofit/>
          </a:bodyPr>
          <a:lstStyle/>
          <a:p>
            <a:pPr marL="91440" indent="0">
              <a:buNone/>
            </a:pPr>
            <a:endParaRPr lang="en-US" sz="2000" b="1" dirty="0"/>
          </a:p>
          <a:p>
            <a:pPr marL="91440" indent="0">
              <a:buNone/>
            </a:pPr>
            <a:endParaRPr lang="en-US" sz="2400" dirty="0"/>
          </a:p>
          <a:p>
            <a:pPr marL="605790" indent="-514350">
              <a:buFont typeface="+mj-lt"/>
              <a:buAutoNum type="arabicPeriod"/>
            </a:pPr>
            <a:endParaRPr lang="en-US" sz="2400" dirty="0"/>
          </a:p>
          <a:p>
            <a:pPr marL="91440" indent="0">
              <a:buNone/>
            </a:pPr>
            <a:endParaRPr lang="en-US" sz="2400" dirty="0"/>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5</a:t>
            </a:fld>
            <a:endParaRPr lang="en-US" sz="700"/>
          </a:p>
        </p:txBody>
      </p:sp>
      <p:sp>
        <p:nvSpPr>
          <p:cNvPr id="3" name="Content Placeholder 3">
            <a:extLst>
              <a:ext uri="{FF2B5EF4-FFF2-40B4-BE49-F238E27FC236}">
                <a16:creationId xmlns:a16="http://schemas.microsoft.com/office/drawing/2014/main" id="{EFB05483-8C05-A933-5351-EDD0E8AD9865}"/>
              </a:ext>
            </a:extLst>
          </p:cNvPr>
          <p:cNvSpPr txBox="1">
            <a:spLocks/>
          </p:cNvSpPr>
          <p:nvPr/>
        </p:nvSpPr>
        <p:spPr>
          <a:xfrm>
            <a:off x="333829" y="1234281"/>
            <a:ext cx="8418285" cy="4389437"/>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99073" marR="4191" indent="-188595">
              <a:lnSpc>
                <a:spcPct val="99600"/>
              </a:lnSpc>
              <a:spcBef>
                <a:spcPts val="91"/>
              </a:spcBef>
              <a:buFont typeface="Arial"/>
              <a:buChar char="•"/>
              <a:tabLst>
                <a:tab pos="199073" algn="l"/>
              </a:tabLst>
            </a:pPr>
            <a:r>
              <a:rPr lang="en-US" sz="2800" spc="-4" dirty="0">
                <a:solidFill>
                  <a:srgbClr val="0000FF"/>
                </a:solidFill>
                <a:latin typeface="+mn-lt"/>
                <a:cs typeface="Calibri"/>
              </a:rPr>
              <a:t>Because </a:t>
            </a:r>
            <a:r>
              <a:rPr lang="en-US" sz="2800" dirty="0">
                <a:solidFill>
                  <a:srgbClr val="0000FF"/>
                </a:solidFill>
                <a:latin typeface="+mn-lt"/>
                <a:cs typeface="Calibri"/>
              </a:rPr>
              <a:t>the </a:t>
            </a:r>
            <a:r>
              <a:rPr lang="en-US" sz="2800" spc="-12" dirty="0">
                <a:solidFill>
                  <a:srgbClr val="0000FF"/>
                </a:solidFill>
                <a:latin typeface="+mn-lt"/>
                <a:cs typeface="Calibri"/>
              </a:rPr>
              <a:t>value </a:t>
            </a:r>
            <a:r>
              <a:rPr lang="en-US" sz="2800" spc="-4" dirty="0">
                <a:solidFill>
                  <a:srgbClr val="0000FF"/>
                </a:solidFill>
                <a:latin typeface="+mn-lt"/>
                <a:cs typeface="Calibri"/>
              </a:rPr>
              <a:t>of </a:t>
            </a:r>
            <a:r>
              <a:rPr lang="en-US" sz="2800" i="1" spc="-4" dirty="0">
                <a:solidFill>
                  <a:srgbClr val="0000FF"/>
                </a:solidFill>
                <a:latin typeface="+mn-lt"/>
                <a:cs typeface="Calibri"/>
              </a:rPr>
              <a:t>log(2) </a:t>
            </a:r>
            <a:r>
              <a:rPr lang="en-US" sz="2800" spc="-12" dirty="0">
                <a:solidFill>
                  <a:srgbClr val="0000FF"/>
                </a:solidFill>
                <a:latin typeface="+mn-lt"/>
                <a:cs typeface="Calibri"/>
              </a:rPr>
              <a:t>never  </a:t>
            </a:r>
            <a:r>
              <a:rPr lang="en-US" sz="2800" spc="-4" dirty="0">
                <a:solidFill>
                  <a:srgbClr val="0000FF"/>
                </a:solidFill>
                <a:latin typeface="+mn-lt"/>
                <a:cs typeface="Calibri"/>
              </a:rPr>
              <a:t>changed, </a:t>
            </a:r>
            <a:r>
              <a:rPr lang="en-US" sz="2800" spc="-8" dirty="0">
                <a:solidFill>
                  <a:srgbClr val="0000FF"/>
                </a:solidFill>
                <a:latin typeface="+mn-lt"/>
                <a:cs typeface="Calibri"/>
              </a:rPr>
              <a:t>replace </a:t>
            </a:r>
            <a:r>
              <a:rPr lang="en-US" sz="2800" i="1" spc="-4" dirty="0">
                <a:solidFill>
                  <a:srgbClr val="0000FF"/>
                </a:solidFill>
                <a:latin typeface="+mn-lt"/>
                <a:cs typeface="Calibri"/>
              </a:rPr>
              <a:t>log(2) </a:t>
            </a:r>
            <a:r>
              <a:rPr lang="en-US" sz="2800" spc="-4" dirty="0">
                <a:solidFill>
                  <a:srgbClr val="0000FF"/>
                </a:solidFill>
                <a:latin typeface="+mn-lt"/>
                <a:cs typeface="Calibri"/>
              </a:rPr>
              <a:t>with its </a:t>
            </a:r>
            <a:r>
              <a:rPr lang="en-US" sz="2800" spc="-8" dirty="0">
                <a:solidFill>
                  <a:srgbClr val="0000FF"/>
                </a:solidFill>
                <a:latin typeface="+mn-lt"/>
                <a:cs typeface="Calibri"/>
              </a:rPr>
              <a:t>computed </a:t>
            </a:r>
            <a:r>
              <a:rPr lang="en-US" sz="2800" spc="-12" dirty="0">
                <a:solidFill>
                  <a:srgbClr val="0000FF"/>
                </a:solidFill>
                <a:latin typeface="+mn-lt"/>
                <a:cs typeface="Calibri"/>
              </a:rPr>
              <a:t>value</a:t>
            </a:r>
            <a:r>
              <a:rPr lang="en-US" sz="2800" spc="-12" dirty="0">
                <a:latin typeface="+mn-lt"/>
                <a:cs typeface="Calibri"/>
              </a:rPr>
              <a:t>, </a:t>
            </a:r>
            <a:r>
              <a:rPr lang="en-US" sz="2800" i="1" dirty="0">
                <a:solidFill>
                  <a:schemeClr val="tx1"/>
                </a:solidFill>
                <a:latin typeface="+mn-lt"/>
                <a:cs typeface="Calibri"/>
              </a:rPr>
              <a:t>0.69314718</a:t>
            </a:r>
            <a:r>
              <a:rPr lang="en-US" sz="2800" dirty="0">
                <a:solidFill>
                  <a:schemeClr val="tx1"/>
                </a:solidFill>
                <a:latin typeface="+mn-lt"/>
                <a:cs typeface="Calibri"/>
              </a:rPr>
              <a:t>, </a:t>
            </a:r>
            <a:r>
              <a:rPr lang="en-US" sz="2800" spc="-41" dirty="0">
                <a:solidFill>
                  <a:schemeClr val="tx1"/>
                </a:solidFill>
                <a:latin typeface="+mn-lt"/>
                <a:cs typeface="Calibri"/>
              </a:rPr>
              <a:t>like  </a:t>
            </a:r>
            <a:r>
              <a:rPr lang="en-US" sz="2800" spc="-4" dirty="0">
                <a:solidFill>
                  <a:schemeClr val="tx1"/>
                </a:solidFill>
                <a:latin typeface="+mn-lt"/>
                <a:cs typeface="Calibri"/>
              </a:rPr>
              <a:t>this:</a:t>
            </a:r>
            <a:endParaRPr lang="en-US" sz="2800" dirty="0">
              <a:solidFill>
                <a:schemeClr val="tx1"/>
              </a:solidFill>
              <a:latin typeface="+mn-lt"/>
              <a:cs typeface="Calibri"/>
            </a:endParaRPr>
          </a:p>
        </p:txBody>
      </p:sp>
      <p:sp>
        <p:nvSpPr>
          <p:cNvPr id="4" name="object 4">
            <a:extLst>
              <a:ext uri="{FF2B5EF4-FFF2-40B4-BE49-F238E27FC236}">
                <a16:creationId xmlns:a16="http://schemas.microsoft.com/office/drawing/2014/main" id="{B668620A-BBCB-6E5A-D651-FE03FF8B7EA3}"/>
              </a:ext>
            </a:extLst>
          </p:cNvPr>
          <p:cNvSpPr/>
          <p:nvPr/>
        </p:nvSpPr>
        <p:spPr>
          <a:xfrm>
            <a:off x="294726" y="2774709"/>
            <a:ext cx="8554547" cy="1612424"/>
          </a:xfrm>
          <a:prstGeom prst="rect">
            <a:avLst/>
          </a:prstGeom>
          <a:blipFill>
            <a:blip r:embed="rId2" cstate="print"/>
            <a:stretch>
              <a:fillRect/>
            </a:stretch>
          </a:blipFill>
        </p:spPr>
        <p:txBody>
          <a:bodyPr wrap="square" lIns="0" tIns="0" rIns="0" bIns="0" rtlCol="0"/>
          <a:lstStyle/>
          <a:p>
            <a:endParaRPr/>
          </a:p>
        </p:txBody>
      </p:sp>
      <p:pic>
        <p:nvPicPr>
          <p:cNvPr id="11" name="Picture 2">
            <a:extLst>
              <a:ext uri="{FF2B5EF4-FFF2-40B4-BE49-F238E27FC236}">
                <a16:creationId xmlns:a16="http://schemas.microsoft.com/office/drawing/2014/main" id="{62181637-3778-1870-C088-902367F26F17}"/>
              </a:ext>
            </a:extLst>
          </p:cNvPr>
          <p:cNvPicPr>
            <a:picLocks noChangeAspect="1" noChangeArrowheads="1"/>
          </p:cNvPicPr>
          <p:nvPr/>
        </p:nvPicPr>
        <p:blipFill>
          <a:blip r:embed="rId3" cstate="print"/>
          <a:srcRect/>
          <a:stretch>
            <a:fillRect/>
          </a:stretch>
        </p:blipFill>
        <p:spPr bwMode="auto">
          <a:xfrm>
            <a:off x="909089" y="4736859"/>
            <a:ext cx="7000875" cy="1314450"/>
          </a:xfrm>
          <a:prstGeom prst="rect">
            <a:avLst/>
          </a:prstGeom>
          <a:noFill/>
          <a:ln w="9525">
            <a:noFill/>
            <a:miter lim="800000"/>
            <a:headEnd/>
            <a:tailEnd/>
          </a:ln>
        </p:spPr>
      </p:pic>
    </p:spTree>
    <p:extLst>
      <p:ext uri="{BB962C8B-B14F-4D97-AF65-F5344CB8AC3E}">
        <p14:creationId xmlns:p14="http://schemas.microsoft.com/office/powerpoint/2010/main" val="251095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rPr>
              <a:t>Expressions</a:t>
            </a:r>
            <a:endParaRPr lang="en-US"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6</a:t>
            </a:fld>
            <a:endParaRPr lang="en-US" sz="700"/>
          </a:p>
        </p:txBody>
      </p:sp>
      <p:sp>
        <p:nvSpPr>
          <p:cNvPr id="2" name="Rectangle 1">
            <a:extLst>
              <a:ext uri="{FF2B5EF4-FFF2-40B4-BE49-F238E27FC236}">
                <a16:creationId xmlns:a16="http://schemas.microsoft.com/office/drawing/2014/main" id="{2FBBC965-A032-89F8-696E-A99EFB127C38}"/>
              </a:ext>
            </a:extLst>
          </p:cNvPr>
          <p:cNvSpPr/>
          <p:nvPr/>
        </p:nvSpPr>
        <p:spPr>
          <a:xfrm>
            <a:off x="2991278" y="1427704"/>
            <a:ext cx="3161443" cy="461665"/>
          </a:xfrm>
          <a:prstGeom prst="rect">
            <a:avLst/>
          </a:prstGeom>
          <a:ln>
            <a:solidFill>
              <a:schemeClr val="tx1"/>
            </a:solidFill>
          </a:ln>
        </p:spPr>
        <p:txBody>
          <a:bodyPr wrap="none">
            <a:spAutoFit/>
          </a:bodyPr>
          <a:lstStyle/>
          <a:p>
            <a:r>
              <a:rPr lang="en-US" altLang="en-US" sz="2400" b="1" dirty="0" err="1"/>
              <a:t>Precompute</a:t>
            </a:r>
            <a:r>
              <a:rPr lang="en-US" altLang="en-US" sz="2400" b="1" dirty="0"/>
              <a:t> Results</a:t>
            </a:r>
            <a:endParaRPr lang="en-US" sz="2400" dirty="0"/>
          </a:p>
        </p:txBody>
      </p:sp>
      <p:sp>
        <p:nvSpPr>
          <p:cNvPr id="4" name="object 4">
            <a:extLst>
              <a:ext uri="{FF2B5EF4-FFF2-40B4-BE49-F238E27FC236}">
                <a16:creationId xmlns:a16="http://schemas.microsoft.com/office/drawing/2014/main" id="{F1EB034D-26E5-1845-D485-CD6E8036AFF0}"/>
              </a:ext>
            </a:extLst>
          </p:cNvPr>
          <p:cNvSpPr/>
          <p:nvPr/>
        </p:nvSpPr>
        <p:spPr>
          <a:xfrm>
            <a:off x="716478" y="3259415"/>
            <a:ext cx="7711042" cy="3246055"/>
          </a:xfrm>
          <a:prstGeom prst="rect">
            <a:avLst/>
          </a:prstGeom>
          <a:blipFill>
            <a:blip r:embed="rId2" cstate="print"/>
            <a:stretch>
              <a:fillRect/>
            </a:stretch>
          </a:blipFill>
        </p:spPr>
        <p:txBody>
          <a:bodyPr wrap="square" lIns="0" tIns="0" rIns="0" bIns="0" rtlCol="0"/>
          <a:lstStyle/>
          <a:p>
            <a:endParaRPr/>
          </a:p>
        </p:txBody>
      </p:sp>
      <p:sp>
        <p:nvSpPr>
          <p:cNvPr id="6" name="Content Placeholder 3">
            <a:extLst>
              <a:ext uri="{FF2B5EF4-FFF2-40B4-BE49-F238E27FC236}">
                <a16:creationId xmlns:a16="http://schemas.microsoft.com/office/drawing/2014/main" id="{102A2282-C4A3-F5C3-A1C0-85C274DBB97C}"/>
              </a:ext>
            </a:extLst>
          </p:cNvPr>
          <p:cNvSpPr txBox="1">
            <a:spLocks/>
          </p:cNvSpPr>
          <p:nvPr/>
        </p:nvSpPr>
        <p:spPr>
          <a:xfrm>
            <a:off x="333829" y="2028097"/>
            <a:ext cx="8418285" cy="1770176"/>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99073" marR="185452" indent="-188595">
              <a:spcBef>
                <a:spcPts val="854"/>
              </a:spcBef>
              <a:buFont typeface="Arial"/>
              <a:buChar char="•"/>
              <a:tabLst>
                <a:tab pos="199073" algn="l"/>
              </a:tabLst>
            </a:pPr>
            <a:r>
              <a:rPr lang="en-US" sz="2800" spc="-4" dirty="0">
                <a:solidFill>
                  <a:srgbClr val="0000FF"/>
                </a:solidFill>
                <a:latin typeface="+mn-lt"/>
                <a:cs typeface="Calibri"/>
              </a:rPr>
              <a:t>If </a:t>
            </a:r>
            <a:r>
              <a:rPr lang="en-US" sz="2800" dirty="0">
                <a:solidFill>
                  <a:srgbClr val="0000FF"/>
                </a:solidFill>
                <a:latin typeface="+mn-lt"/>
                <a:cs typeface="Calibri"/>
              </a:rPr>
              <a:t>the </a:t>
            </a:r>
            <a:r>
              <a:rPr lang="en-US" sz="2800" spc="-8" dirty="0">
                <a:solidFill>
                  <a:srgbClr val="0000FF"/>
                </a:solidFill>
                <a:latin typeface="+mn-lt"/>
                <a:cs typeface="Calibri"/>
              </a:rPr>
              <a:t>results </a:t>
            </a:r>
            <a:r>
              <a:rPr lang="en-US" sz="2800" spc="-21" dirty="0">
                <a:solidFill>
                  <a:srgbClr val="0000FF"/>
                </a:solidFill>
                <a:latin typeface="+mn-lt"/>
                <a:cs typeface="Calibri"/>
              </a:rPr>
              <a:t>are </a:t>
            </a:r>
            <a:r>
              <a:rPr lang="en-US" sz="2800" spc="-4" dirty="0">
                <a:solidFill>
                  <a:srgbClr val="0000FF"/>
                </a:solidFill>
                <a:latin typeface="+mn-lt"/>
                <a:cs typeface="Calibri"/>
              </a:rPr>
              <a:t>used </a:t>
            </a:r>
            <a:r>
              <a:rPr lang="en-US" sz="2800" spc="-12" dirty="0">
                <a:solidFill>
                  <a:srgbClr val="0000FF"/>
                </a:solidFill>
                <a:latin typeface="+mn-lt"/>
                <a:cs typeface="Calibri"/>
              </a:rPr>
              <a:t>many </a:t>
            </a:r>
            <a:r>
              <a:rPr lang="en-US" sz="2800" spc="-4" dirty="0">
                <a:solidFill>
                  <a:srgbClr val="0000FF"/>
                </a:solidFill>
                <a:latin typeface="+mn-lt"/>
                <a:cs typeface="Calibri"/>
              </a:rPr>
              <a:t>times, </a:t>
            </a:r>
            <a:r>
              <a:rPr lang="en-US" sz="2800" spc="-37" dirty="0">
                <a:solidFill>
                  <a:srgbClr val="0000FF"/>
                </a:solidFill>
                <a:latin typeface="+mn-lt"/>
                <a:cs typeface="Calibri"/>
              </a:rPr>
              <a:t>it’s </a:t>
            </a:r>
            <a:r>
              <a:rPr lang="en-US" sz="2800" spc="-8" dirty="0">
                <a:solidFill>
                  <a:srgbClr val="0000FF"/>
                </a:solidFill>
                <a:latin typeface="+mn-lt"/>
                <a:cs typeface="Calibri"/>
              </a:rPr>
              <a:t>often </a:t>
            </a:r>
            <a:r>
              <a:rPr lang="en-US" sz="2800" spc="-4" dirty="0">
                <a:solidFill>
                  <a:srgbClr val="0000FF"/>
                </a:solidFill>
                <a:latin typeface="+mn-lt"/>
                <a:cs typeface="Calibri"/>
              </a:rPr>
              <a:t>cheaper </a:t>
            </a:r>
            <a:r>
              <a:rPr lang="en-US" sz="2800" spc="-21" dirty="0">
                <a:solidFill>
                  <a:srgbClr val="0000FF"/>
                </a:solidFill>
                <a:latin typeface="+mn-lt"/>
                <a:cs typeface="Calibri"/>
              </a:rPr>
              <a:t>to </a:t>
            </a:r>
            <a:r>
              <a:rPr lang="en-US" sz="2800" spc="-8" dirty="0">
                <a:solidFill>
                  <a:srgbClr val="0000FF"/>
                </a:solidFill>
                <a:latin typeface="+mn-lt"/>
                <a:cs typeface="Calibri"/>
              </a:rPr>
              <a:t>compute  </a:t>
            </a:r>
            <a:r>
              <a:rPr lang="en-US" sz="2800" spc="-4" dirty="0">
                <a:solidFill>
                  <a:srgbClr val="0000FF"/>
                </a:solidFill>
                <a:latin typeface="+mn-lt"/>
                <a:cs typeface="Calibri"/>
              </a:rPr>
              <a:t>them once </a:t>
            </a:r>
            <a:r>
              <a:rPr lang="en-US" sz="2800" spc="-4" dirty="0">
                <a:solidFill>
                  <a:schemeClr val="tx1"/>
                </a:solidFill>
                <a:latin typeface="+mn-lt"/>
                <a:cs typeface="Calibri"/>
              </a:rPr>
              <a:t>and look them </a:t>
            </a:r>
            <a:r>
              <a:rPr lang="en-US" sz="2800" dirty="0">
                <a:solidFill>
                  <a:schemeClr val="tx1"/>
                </a:solidFill>
                <a:latin typeface="+mn-lt"/>
                <a:cs typeface="Calibri"/>
              </a:rPr>
              <a:t>up the </a:t>
            </a:r>
            <a:r>
              <a:rPr lang="en-US" sz="2800" spc="-29" dirty="0">
                <a:solidFill>
                  <a:schemeClr val="tx1"/>
                </a:solidFill>
                <a:latin typeface="+mn-lt"/>
                <a:cs typeface="Calibri"/>
              </a:rPr>
              <a:t>rest </a:t>
            </a:r>
            <a:r>
              <a:rPr lang="en-US" sz="2800" spc="-4" dirty="0">
                <a:solidFill>
                  <a:schemeClr val="tx1"/>
                </a:solidFill>
                <a:latin typeface="+mn-lt"/>
                <a:cs typeface="Calibri"/>
              </a:rPr>
              <a:t>of </a:t>
            </a:r>
            <a:r>
              <a:rPr lang="en-US" sz="2800" dirty="0">
                <a:solidFill>
                  <a:schemeClr val="tx1"/>
                </a:solidFill>
                <a:latin typeface="+mn-lt"/>
                <a:cs typeface="Calibri"/>
              </a:rPr>
              <a:t>the</a:t>
            </a:r>
            <a:r>
              <a:rPr lang="en-US" sz="2800" spc="144" dirty="0">
                <a:solidFill>
                  <a:schemeClr val="tx1"/>
                </a:solidFill>
                <a:latin typeface="+mn-lt"/>
                <a:cs typeface="Calibri"/>
              </a:rPr>
              <a:t> </a:t>
            </a:r>
            <a:r>
              <a:rPr lang="en-US" sz="2800" spc="-4" dirty="0">
                <a:solidFill>
                  <a:schemeClr val="tx1"/>
                </a:solidFill>
                <a:latin typeface="+mn-lt"/>
                <a:cs typeface="Calibri"/>
              </a:rPr>
              <a:t>time.</a:t>
            </a:r>
            <a:endParaRPr lang="en-US" sz="2800" dirty="0">
              <a:solidFill>
                <a:schemeClr val="tx1"/>
              </a:solidFill>
              <a:latin typeface="+mn-lt"/>
              <a:cs typeface="Calibri"/>
            </a:endParaRPr>
          </a:p>
        </p:txBody>
      </p:sp>
    </p:spTree>
    <p:extLst>
      <p:ext uri="{BB962C8B-B14F-4D97-AF65-F5344CB8AC3E}">
        <p14:creationId xmlns:p14="http://schemas.microsoft.com/office/powerpoint/2010/main" val="268952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Autofit/>
          </a:bodyPr>
          <a:lstStyle/>
          <a:p>
            <a:r>
              <a:rPr lang="en-US" sz="4000" b="1" dirty="0">
                <a:solidFill>
                  <a:schemeClr val="tx1"/>
                </a:solidFill>
              </a:rPr>
              <a:t>Expressions</a:t>
            </a:r>
            <a:endParaRPr lang="en-US" sz="4000" b="1" dirty="0">
              <a:solidFill>
                <a:schemeClr val="tx1"/>
              </a:solidFill>
              <a:latin typeface="+mn-lt"/>
            </a:endParaRPr>
          </a:p>
        </p:txBody>
      </p:sp>
      <p:sp>
        <p:nvSpPr>
          <p:cNvPr id="9219" name="Content Placeholder 6"/>
          <p:cNvSpPr>
            <a:spLocks noGrp="1"/>
          </p:cNvSpPr>
          <p:nvPr>
            <p:ph sz="half" idx="1"/>
          </p:nvPr>
        </p:nvSpPr>
        <p:spPr>
          <a:xfrm>
            <a:off x="400547" y="1597255"/>
            <a:ext cx="7889837" cy="4454055"/>
          </a:xfrm>
        </p:spPr>
        <p:txBody>
          <a:bodyPr vert="horz" lIns="0" tIns="45720" rIns="0" bIns="45720" rtlCol="0" anchor="t">
            <a:normAutofit/>
          </a:bodyPr>
          <a:lstStyle/>
          <a:p>
            <a:pPr marL="91440" indent="0">
              <a:buNone/>
            </a:pPr>
            <a:endParaRPr lang="en-US" sz="2000" b="1" dirty="0"/>
          </a:p>
          <a:p>
            <a:pPr marL="91440" indent="0">
              <a:buNone/>
            </a:pPr>
            <a:endParaRPr lang="en-US" sz="2400" dirty="0"/>
          </a:p>
          <a:p>
            <a:pPr marL="605790" indent="-514350">
              <a:buFont typeface="+mj-lt"/>
              <a:buAutoNum type="arabicPeriod"/>
            </a:pPr>
            <a:endParaRPr lang="en-US" sz="2400" dirty="0"/>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7</a:t>
            </a:fld>
            <a:endParaRPr lang="en-US" sz="700"/>
          </a:p>
        </p:txBody>
      </p:sp>
      <p:sp>
        <p:nvSpPr>
          <p:cNvPr id="6" name="object 3">
            <a:extLst>
              <a:ext uri="{FF2B5EF4-FFF2-40B4-BE49-F238E27FC236}">
                <a16:creationId xmlns:a16="http://schemas.microsoft.com/office/drawing/2014/main" id="{07B27DA8-89F4-1EF3-2688-810F3691C8C9}"/>
              </a:ext>
            </a:extLst>
          </p:cNvPr>
          <p:cNvSpPr/>
          <p:nvPr/>
        </p:nvSpPr>
        <p:spPr>
          <a:xfrm>
            <a:off x="400547" y="1332874"/>
            <a:ext cx="8218945" cy="3513041"/>
          </a:xfrm>
          <a:prstGeom prst="rect">
            <a:avLst/>
          </a:prstGeom>
          <a:blipFill>
            <a:blip r:embed="rId2" cstate="print"/>
            <a:stretch>
              <a:fillRect/>
            </a:stretch>
          </a:blipFill>
        </p:spPr>
        <p:txBody>
          <a:bodyPr wrap="square" lIns="0" tIns="0" rIns="0" bIns="0" rtlCol="0"/>
          <a:lstStyle/>
          <a:p>
            <a:endParaRPr/>
          </a:p>
        </p:txBody>
      </p:sp>
      <p:pic>
        <p:nvPicPr>
          <p:cNvPr id="7" name="Picture 2">
            <a:extLst>
              <a:ext uri="{FF2B5EF4-FFF2-40B4-BE49-F238E27FC236}">
                <a16:creationId xmlns:a16="http://schemas.microsoft.com/office/drawing/2014/main" id="{C110097E-0974-16D1-5026-E777FAFBC263}"/>
              </a:ext>
            </a:extLst>
          </p:cNvPr>
          <p:cNvPicPr>
            <a:picLocks noChangeAspect="1" noChangeArrowheads="1"/>
          </p:cNvPicPr>
          <p:nvPr/>
        </p:nvPicPr>
        <p:blipFill>
          <a:blip r:embed="rId3" cstate="print"/>
          <a:srcRect/>
          <a:stretch>
            <a:fillRect/>
          </a:stretch>
        </p:blipFill>
        <p:spPr bwMode="auto">
          <a:xfrm>
            <a:off x="641809" y="5117443"/>
            <a:ext cx="7648575" cy="1257300"/>
          </a:xfrm>
          <a:prstGeom prst="rect">
            <a:avLst/>
          </a:prstGeom>
          <a:noFill/>
          <a:ln w="9525">
            <a:noFill/>
            <a:miter lim="800000"/>
            <a:headEnd/>
            <a:tailEnd/>
          </a:ln>
        </p:spPr>
      </p:pic>
    </p:spTree>
    <p:extLst>
      <p:ext uri="{BB962C8B-B14F-4D97-AF65-F5344CB8AC3E}">
        <p14:creationId xmlns:p14="http://schemas.microsoft.com/office/powerpoint/2010/main" val="91697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rPr>
              <a:t>Expressions</a:t>
            </a:r>
            <a:endParaRPr lang="en-US" b="1" dirty="0">
              <a:solidFill>
                <a:schemeClr val="tx1"/>
              </a:solidFill>
              <a:latin typeface="+mn-lt"/>
            </a:endParaRPr>
          </a:p>
        </p:txBody>
      </p:sp>
      <p:sp>
        <p:nvSpPr>
          <p:cNvPr id="9219" name="Content Placeholder 6"/>
          <p:cNvSpPr>
            <a:spLocks noGrp="1"/>
          </p:cNvSpPr>
          <p:nvPr>
            <p:ph sz="half" idx="1"/>
          </p:nvPr>
        </p:nvSpPr>
        <p:spPr>
          <a:xfrm>
            <a:off x="400547" y="1597255"/>
            <a:ext cx="7889837" cy="4454055"/>
          </a:xfrm>
        </p:spPr>
        <p:txBody>
          <a:bodyPr vert="horz" lIns="0" tIns="45720" rIns="0" bIns="45720" rtlCol="0" anchor="t">
            <a:normAutofit/>
          </a:bodyPr>
          <a:lstStyle/>
          <a:p>
            <a:pPr marL="91440" indent="0">
              <a:buNone/>
            </a:pPr>
            <a:endParaRPr lang="en-US" sz="2000" b="1" dirty="0"/>
          </a:p>
          <a:p>
            <a:pPr marL="91440" indent="0">
              <a:buNone/>
            </a:pPr>
            <a:endParaRPr lang="en-US" sz="2400" dirty="0"/>
          </a:p>
          <a:p>
            <a:pPr marL="605790" indent="-514350">
              <a:buFont typeface="+mj-lt"/>
              <a:buAutoNum type="arabicPeriod"/>
            </a:pPr>
            <a:endParaRPr lang="en-US" sz="2400" dirty="0"/>
          </a:p>
          <a:p>
            <a:pPr marL="91440" indent="0">
              <a:buNone/>
            </a:pPr>
            <a:endParaRPr lang="en-US" sz="2400" dirty="0"/>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8</a:t>
            </a:fld>
            <a:endParaRPr lang="en-US" sz="700"/>
          </a:p>
        </p:txBody>
      </p:sp>
      <p:sp>
        <p:nvSpPr>
          <p:cNvPr id="3" name="Content Placeholder 3">
            <a:extLst>
              <a:ext uri="{FF2B5EF4-FFF2-40B4-BE49-F238E27FC236}">
                <a16:creationId xmlns:a16="http://schemas.microsoft.com/office/drawing/2014/main" id="{734AB25F-DED5-1232-96AC-0F486953350A}"/>
              </a:ext>
            </a:extLst>
          </p:cNvPr>
          <p:cNvSpPr txBox="1">
            <a:spLocks/>
          </p:cNvSpPr>
          <p:nvPr/>
        </p:nvSpPr>
        <p:spPr>
          <a:xfrm>
            <a:off x="333829" y="2329550"/>
            <a:ext cx="8418285" cy="2553948"/>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99073" marR="75962" indent="-188595">
              <a:spcBef>
                <a:spcPts val="91"/>
              </a:spcBef>
              <a:buFont typeface="Arial"/>
              <a:buChar char="•"/>
              <a:tabLst>
                <a:tab pos="199073" algn="l"/>
              </a:tabLst>
            </a:pPr>
            <a:r>
              <a:rPr lang="en-US" sz="2800" spc="-4" dirty="0">
                <a:latin typeface="+mn-lt"/>
                <a:cs typeface="Calibri"/>
              </a:rPr>
              <a:t>If </a:t>
            </a:r>
            <a:r>
              <a:rPr lang="en-US" sz="2800" spc="-21" dirty="0">
                <a:latin typeface="+mn-lt"/>
                <a:cs typeface="Calibri"/>
              </a:rPr>
              <a:t>you </a:t>
            </a:r>
            <a:r>
              <a:rPr lang="en-US" sz="2800" spc="-4" dirty="0">
                <a:latin typeface="+mn-lt"/>
                <a:cs typeface="Calibri"/>
              </a:rPr>
              <a:t>find an </a:t>
            </a:r>
            <a:r>
              <a:rPr lang="en-US" sz="2800" spc="-12" dirty="0">
                <a:solidFill>
                  <a:srgbClr val="0000FF"/>
                </a:solidFill>
                <a:latin typeface="+mn-lt"/>
                <a:cs typeface="Calibri"/>
              </a:rPr>
              <a:t>expression </a:t>
            </a:r>
            <a:r>
              <a:rPr lang="en-US" sz="2800" spc="-29" dirty="0">
                <a:solidFill>
                  <a:schemeClr val="tx1"/>
                </a:solidFill>
                <a:latin typeface="+mn-lt"/>
                <a:cs typeface="Calibri"/>
              </a:rPr>
              <a:t>that’s</a:t>
            </a:r>
            <a:r>
              <a:rPr lang="en-US" sz="2800" spc="-29" dirty="0">
                <a:latin typeface="+mn-lt"/>
                <a:cs typeface="Calibri"/>
              </a:rPr>
              <a:t> </a:t>
            </a:r>
            <a:r>
              <a:rPr lang="en-US" sz="2800" spc="-17" dirty="0">
                <a:solidFill>
                  <a:srgbClr val="0000FF"/>
                </a:solidFill>
                <a:latin typeface="+mn-lt"/>
                <a:cs typeface="Calibri"/>
              </a:rPr>
              <a:t>repeated </a:t>
            </a:r>
            <a:r>
              <a:rPr lang="en-US" sz="2800" spc="-25" dirty="0">
                <a:solidFill>
                  <a:srgbClr val="0000FF"/>
                </a:solidFill>
                <a:latin typeface="+mn-lt"/>
                <a:cs typeface="Calibri"/>
              </a:rPr>
              <a:t>several </a:t>
            </a:r>
            <a:r>
              <a:rPr lang="en-US" sz="2800" spc="-4" dirty="0">
                <a:solidFill>
                  <a:srgbClr val="0000FF"/>
                </a:solidFill>
                <a:latin typeface="+mn-lt"/>
                <a:cs typeface="Calibri"/>
              </a:rPr>
              <a:t>times</a:t>
            </a:r>
            <a:r>
              <a:rPr lang="en-US" sz="2800" spc="-4" dirty="0">
                <a:latin typeface="+mn-lt"/>
                <a:cs typeface="Calibri"/>
              </a:rPr>
              <a:t>, </a:t>
            </a:r>
            <a:r>
              <a:rPr lang="en-US" sz="2800" spc="-4" dirty="0">
                <a:solidFill>
                  <a:srgbClr val="0000FF"/>
                </a:solidFill>
                <a:latin typeface="+mn-lt"/>
                <a:cs typeface="Calibri"/>
              </a:rPr>
              <a:t>assign it </a:t>
            </a:r>
            <a:r>
              <a:rPr lang="en-US" sz="2800" spc="-21" dirty="0">
                <a:solidFill>
                  <a:srgbClr val="0000FF"/>
                </a:solidFill>
                <a:latin typeface="+mn-lt"/>
                <a:cs typeface="Calibri"/>
              </a:rPr>
              <a:t>to </a:t>
            </a:r>
            <a:r>
              <a:rPr lang="en-US" sz="2800" dirty="0">
                <a:solidFill>
                  <a:srgbClr val="0000FF"/>
                </a:solidFill>
                <a:latin typeface="+mn-lt"/>
                <a:cs typeface="Calibri"/>
              </a:rPr>
              <a:t>a </a:t>
            </a:r>
            <a:r>
              <a:rPr lang="en-US" sz="2800" spc="-8" dirty="0">
                <a:solidFill>
                  <a:srgbClr val="0000FF"/>
                </a:solidFill>
                <a:latin typeface="+mn-lt"/>
                <a:cs typeface="Calibri"/>
              </a:rPr>
              <a:t>variable </a:t>
            </a:r>
            <a:r>
              <a:rPr lang="en-US" sz="2800" dirty="0">
                <a:solidFill>
                  <a:srgbClr val="0000FF"/>
                </a:solidFill>
                <a:latin typeface="+mn-lt"/>
                <a:cs typeface="Calibri"/>
              </a:rPr>
              <a:t>and </a:t>
            </a:r>
            <a:r>
              <a:rPr lang="en-US" sz="2800" spc="-45" dirty="0">
                <a:solidFill>
                  <a:srgbClr val="0000FF"/>
                </a:solidFill>
                <a:latin typeface="+mn-lt"/>
                <a:cs typeface="Calibri"/>
              </a:rPr>
              <a:t>refer </a:t>
            </a:r>
            <a:r>
              <a:rPr lang="en-US" sz="2800" spc="-21" dirty="0">
                <a:solidFill>
                  <a:srgbClr val="0000FF"/>
                </a:solidFill>
                <a:latin typeface="+mn-lt"/>
                <a:cs typeface="Calibri"/>
              </a:rPr>
              <a:t>to </a:t>
            </a:r>
            <a:r>
              <a:rPr lang="en-US" sz="2800" dirty="0">
                <a:solidFill>
                  <a:srgbClr val="0000FF"/>
                </a:solidFill>
                <a:latin typeface="+mn-lt"/>
                <a:cs typeface="Calibri"/>
              </a:rPr>
              <a:t>the </a:t>
            </a:r>
            <a:r>
              <a:rPr lang="en-US" sz="2800" spc="-8" dirty="0">
                <a:solidFill>
                  <a:srgbClr val="0000FF"/>
                </a:solidFill>
                <a:latin typeface="+mn-lt"/>
                <a:cs typeface="Calibri"/>
              </a:rPr>
              <a:t>variable </a:t>
            </a:r>
            <a:r>
              <a:rPr lang="en-US" sz="2800" spc="-25" dirty="0">
                <a:solidFill>
                  <a:srgbClr val="0000FF"/>
                </a:solidFill>
                <a:latin typeface="+mn-lt"/>
                <a:cs typeface="Calibri"/>
              </a:rPr>
              <a:t>rather </a:t>
            </a:r>
            <a:r>
              <a:rPr lang="en-US" sz="2800" spc="-4" dirty="0">
                <a:solidFill>
                  <a:srgbClr val="0000FF"/>
                </a:solidFill>
                <a:latin typeface="+mn-lt"/>
                <a:cs typeface="Calibri"/>
              </a:rPr>
              <a:t>than </a:t>
            </a:r>
            <a:r>
              <a:rPr lang="en-US" sz="2800" spc="-8" dirty="0">
                <a:solidFill>
                  <a:srgbClr val="0000FF"/>
                </a:solidFill>
                <a:latin typeface="+mn-lt"/>
                <a:cs typeface="Calibri"/>
              </a:rPr>
              <a:t>recomputing </a:t>
            </a:r>
            <a:r>
              <a:rPr lang="en-US" sz="2800" dirty="0">
                <a:solidFill>
                  <a:srgbClr val="0000FF"/>
                </a:solidFill>
                <a:latin typeface="+mn-lt"/>
                <a:cs typeface="Calibri"/>
              </a:rPr>
              <a:t>the </a:t>
            </a:r>
            <a:r>
              <a:rPr lang="en-US" sz="2800" spc="-12" dirty="0">
                <a:solidFill>
                  <a:srgbClr val="0000FF"/>
                </a:solidFill>
                <a:latin typeface="+mn-lt"/>
                <a:cs typeface="Calibri"/>
              </a:rPr>
              <a:t>expression </a:t>
            </a:r>
            <a:r>
              <a:rPr lang="en-US" sz="2800" spc="-4" dirty="0">
                <a:solidFill>
                  <a:srgbClr val="0000FF"/>
                </a:solidFill>
                <a:latin typeface="+mn-lt"/>
                <a:cs typeface="Calibri"/>
              </a:rPr>
              <a:t>in </a:t>
            </a:r>
            <a:r>
              <a:rPr lang="en-US" sz="2800" spc="-17" dirty="0">
                <a:solidFill>
                  <a:srgbClr val="0000FF"/>
                </a:solidFill>
                <a:latin typeface="+mn-lt"/>
                <a:cs typeface="Calibri"/>
              </a:rPr>
              <a:t>several</a:t>
            </a:r>
            <a:r>
              <a:rPr lang="en-US" sz="2800" spc="70" dirty="0">
                <a:solidFill>
                  <a:srgbClr val="0000FF"/>
                </a:solidFill>
                <a:latin typeface="+mn-lt"/>
                <a:cs typeface="Calibri"/>
              </a:rPr>
              <a:t> </a:t>
            </a:r>
            <a:r>
              <a:rPr lang="en-US" sz="2800" spc="-4" dirty="0">
                <a:solidFill>
                  <a:srgbClr val="0000FF"/>
                </a:solidFill>
                <a:latin typeface="+mn-lt"/>
                <a:cs typeface="Calibri"/>
              </a:rPr>
              <a:t>places</a:t>
            </a:r>
            <a:r>
              <a:rPr lang="en-US" sz="2800" spc="-4" dirty="0">
                <a:latin typeface="+mn-lt"/>
                <a:cs typeface="Calibri"/>
              </a:rPr>
              <a:t>.</a:t>
            </a:r>
            <a:endParaRPr lang="en-US" sz="2800" dirty="0">
              <a:latin typeface="+mn-lt"/>
              <a:cs typeface="Calibri"/>
            </a:endParaRPr>
          </a:p>
          <a:p>
            <a:pPr marL="199073" marR="4191" indent="-188595">
              <a:spcBef>
                <a:spcPts val="854"/>
              </a:spcBef>
              <a:buFont typeface="Arial"/>
              <a:buChar char="•"/>
              <a:tabLst>
                <a:tab pos="199073" algn="l"/>
              </a:tabLst>
            </a:pPr>
            <a:r>
              <a:rPr lang="en-US" sz="2800" spc="-4" dirty="0">
                <a:solidFill>
                  <a:schemeClr val="tx1"/>
                </a:solidFill>
                <a:latin typeface="+mn-lt"/>
                <a:cs typeface="Calibri"/>
              </a:rPr>
              <a:t>The </a:t>
            </a:r>
            <a:r>
              <a:rPr lang="en-US" sz="2800" spc="-8" dirty="0">
                <a:solidFill>
                  <a:schemeClr val="tx1"/>
                </a:solidFill>
                <a:latin typeface="+mn-lt"/>
                <a:cs typeface="Calibri"/>
              </a:rPr>
              <a:t>loan-calculation </a:t>
            </a:r>
            <a:r>
              <a:rPr lang="en-US" sz="2800" spc="-25" dirty="0">
                <a:solidFill>
                  <a:schemeClr val="tx1"/>
                </a:solidFill>
                <a:latin typeface="+mn-lt"/>
                <a:cs typeface="Calibri"/>
              </a:rPr>
              <a:t>example </a:t>
            </a:r>
            <a:r>
              <a:rPr lang="en-US" sz="2800" spc="-4" dirty="0">
                <a:solidFill>
                  <a:schemeClr val="tx1"/>
                </a:solidFill>
                <a:latin typeface="+mn-lt"/>
                <a:cs typeface="Calibri"/>
              </a:rPr>
              <a:t>has </a:t>
            </a:r>
            <a:r>
              <a:rPr lang="en-US" sz="2800" dirty="0">
                <a:solidFill>
                  <a:schemeClr val="tx1"/>
                </a:solidFill>
                <a:latin typeface="+mn-lt"/>
                <a:cs typeface="Calibri"/>
              </a:rPr>
              <a:t>a </a:t>
            </a:r>
            <a:r>
              <a:rPr lang="en-US" sz="2800" spc="-8" dirty="0">
                <a:solidFill>
                  <a:schemeClr val="tx1"/>
                </a:solidFill>
                <a:latin typeface="+mn-lt"/>
                <a:cs typeface="Calibri"/>
              </a:rPr>
              <a:t>common subexpression that </a:t>
            </a:r>
            <a:r>
              <a:rPr lang="en-US" sz="2800" spc="-21" dirty="0">
                <a:solidFill>
                  <a:schemeClr val="tx1"/>
                </a:solidFill>
                <a:latin typeface="+mn-lt"/>
                <a:cs typeface="Calibri"/>
              </a:rPr>
              <a:t>you </a:t>
            </a:r>
            <a:r>
              <a:rPr lang="en-US" sz="2800" spc="-4" dirty="0">
                <a:solidFill>
                  <a:schemeClr val="tx1"/>
                </a:solidFill>
                <a:latin typeface="+mn-lt"/>
                <a:cs typeface="Calibri"/>
              </a:rPr>
              <a:t>could </a:t>
            </a:r>
            <a:r>
              <a:rPr lang="en-US" sz="2800" spc="-12" dirty="0">
                <a:solidFill>
                  <a:schemeClr val="tx1"/>
                </a:solidFill>
                <a:latin typeface="+mn-lt"/>
                <a:cs typeface="Calibri"/>
              </a:rPr>
              <a:t>eliminate. </a:t>
            </a:r>
            <a:r>
              <a:rPr lang="en-US" sz="2800" spc="-4" dirty="0">
                <a:solidFill>
                  <a:schemeClr val="tx1"/>
                </a:solidFill>
                <a:latin typeface="+mn-lt"/>
                <a:cs typeface="Calibri"/>
              </a:rPr>
              <a:t>This is </a:t>
            </a:r>
            <a:r>
              <a:rPr lang="en-US" sz="2800" dirty="0">
                <a:solidFill>
                  <a:schemeClr val="tx1"/>
                </a:solidFill>
                <a:latin typeface="+mn-lt"/>
                <a:cs typeface="Calibri"/>
              </a:rPr>
              <a:t>the </a:t>
            </a:r>
            <a:r>
              <a:rPr lang="en-US" sz="2800" spc="-4" dirty="0">
                <a:solidFill>
                  <a:schemeClr val="tx1"/>
                </a:solidFill>
                <a:latin typeface="+mn-lt"/>
                <a:cs typeface="Calibri"/>
              </a:rPr>
              <a:t>original</a:t>
            </a:r>
            <a:r>
              <a:rPr lang="en-US" sz="2800" spc="91" dirty="0">
                <a:solidFill>
                  <a:schemeClr val="tx1"/>
                </a:solidFill>
                <a:latin typeface="+mn-lt"/>
                <a:cs typeface="Calibri"/>
              </a:rPr>
              <a:t> </a:t>
            </a:r>
            <a:r>
              <a:rPr lang="en-US" sz="2800" spc="-8" dirty="0">
                <a:solidFill>
                  <a:schemeClr val="tx1"/>
                </a:solidFill>
                <a:latin typeface="+mn-lt"/>
                <a:cs typeface="Calibri"/>
              </a:rPr>
              <a:t>code:</a:t>
            </a:r>
            <a:endParaRPr lang="en-US" sz="2800" dirty="0">
              <a:solidFill>
                <a:schemeClr val="tx1"/>
              </a:solidFill>
              <a:latin typeface="+mn-lt"/>
              <a:cs typeface="Calibri"/>
            </a:endParaRPr>
          </a:p>
        </p:txBody>
      </p:sp>
      <p:sp>
        <p:nvSpPr>
          <p:cNvPr id="4" name="Rectangle 3">
            <a:extLst>
              <a:ext uri="{FF2B5EF4-FFF2-40B4-BE49-F238E27FC236}">
                <a16:creationId xmlns:a16="http://schemas.microsoft.com/office/drawing/2014/main" id="{06D5DF97-0361-A46D-51FC-CD0FE405C093}"/>
              </a:ext>
            </a:extLst>
          </p:cNvPr>
          <p:cNvSpPr/>
          <p:nvPr/>
        </p:nvSpPr>
        <p:spPr>
          <a:xfrm>
            <a:off x="1855551" y="1472602"/>
            <a:ext cx="5432898" cy="461665"/>
          </a:xfrm>
          <a:prstGeom prst="rect">
            <a:avLst/>
          </a:prstGeom>
          <a:ln>
            <a:solidFill>
              <a:schemeClr val="tx1"/>
            </a:solidFill>
          </a:ln>
        </p:spPr>
        <p:txBody>
          <a:bodyPr wrap="none">
            <a:spAutoFit/>
          </a:bodyPr>
          <a:lstStyle/>
          <a:p>
            <a:r>
              <a:rPr lang="en-US" altLang="en-US" sz="2400" b="1" dirty="0"/>
              <a:t>Eliminate Common </a:t>
            </a:r>
            <a:r>
              <a:rPr lang="en-US" altLang="en-US" sz="2400" b="1" dirty="0" err="1"/>
              <a:t>Subexpressions</a:t>
            </a:r>
            <a:endParaRPr lang="en-US" sz="2400" dirty="0"/>
          </a:p>
        </p:txBody>
      </p:sp>
      <p:sp>
        <p:nvSpPr>
          <p:cNvPr id="11" name="object 4">
            <a:extLst>
              <a:ext uri="{FF2B5EF4-FFF2-40B4-BE49-F238E27FC236}">
                <a16:creationId xmlns:a16="http://schemas.microsoft.com/office/drawing/2014/main" id="{424085CD-A26D-1383-E57A-EB143B6C1442}"/>
              </a:ext>
            </a:extLst>
          </p:cNvPr>
          <p:cNvSpPr/>
          <p:nvPr/>
        </p:nvSpPr>
        <p:spPr>
          <a:xfrm>
            <a:off x="533912" y="5015529"/>
            <a:ext cx="7756472" cy="1363772"/>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381756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rPr>
              <a:t>Expressions</a:t>
            </a:r>
            <a:endParaRPr lang="en-US" b="1" dirty="0">
              <a:solidFill>
                <a:schemeClr val="tx1"/>
              </a:solidFill>
              <a:latin typeface="+mn-lt"/>
            </a:endParaRPr>
          </a:p>
        </p:txBody>
      </p:sp>
      <p:sp>
        <p:nvSpPr>
          <p:cNvPr id="9219" name="Content Placeholder 6"/>
          <p:cNvSpPr>
            <a:spLocks noGrp="1"/>
          </p:cNvSpPr>
          <p:nvPr>
            <p:ph sz="half" idx="1"/>
          </p:nvPr>
        </p:nvSpPr>
        <p:spPr>
          <a:xfrm>
            <a:off x="400547" y="1597255"/>
            <a:ext cx="7889837" cy="4454055"/>
          </a:xfrm>
        </p:spPr>
        <p:txBody>
          <a:bodyPr vert="horz" lIns="0" tIns="45720" rIns="0" bIns="45720" rtlCol="0" anchor="t">
            <a:normAutofit/>
          </a:bodyPr>
          <a:lstStyle/>
          <a:p>
            <a:pPr marL="91440" indent="0">
              <a:buNone/>
            </a:pPr>
            <a:endParaRPr lang="en-US" sz="2000" b="1" dirty="0"/>
          </a:p>
          <a:p>
            <a:pPr marL="91440" indent="0">
              <a:buNone/>
            </a:pPr>
            <a:endParaRPr lang="en-US" sz="2400" dirty="0"/>
          </a:p>
          <a:p>
            <a:pPr marL="605790" indent="-514350">
              <a:buFont typeface="+mj-lt"/>
              <a:buAutoNum type="arabicPeriod"/>
            </a:pPr>
            <a:endParaRPr lang="en-US" sz="2400" dirty="0"/>
          </a:p>
          <a:p>
            <a:pPr marL="91440" indent="0">
              <a:buNone/>
            </a:pPr>
            <a:endParaRPr lang="en-US" sz="2400" dirty="0"/>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9</a:t>
            </a:fld>
            <a:endParaRPr lang="en-US" sz="700"/>
          </a:p>
        </p:txBody>
      </p:sp>
      <p:sp>
        <p:nvSpPr>
          <p:cNvPr id="3" name="Content Placeholder 3">
            <a:extLst>
              <a:ext uri="{FF2B5EF4-FFF2-40B4-BE49-F238E27FC236}">
                <a16:creationId xmlns:a16="http://schemas.microsoft.com/office/drawing/2014/main" id="{EFE201BB-FACB-F5B2-55E4-2BDBDBB3A27E}"/>
              </a:ext>
            </a:extLst>
          </p:cNvPr>
          <p:cNvSpPr txBox="1">
            <a:spLocks/>
          </p:cNvSpPr>
          <p:nvPr/>
        </p:nvSpPr>
        <p:spPr>
          <a:xfrm>
            <a:off x="333829" y="2088389"/>
            <a:ext cx="8418285" cy="1870660"/>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73050" marR="4191" indent="-273050">
              <a:spcBef>
                <a:spcPct val="20000"/>
              </a:spcBef>
              <a:buClr>
                <a:srgbClr val="0BD0D9"/>
              </a:buClr>
              <a:buSzPct val="95000"/>
              <a:buFont typeface="Wingdings 2" panose="05020102010507070707" pitchFamily="18" charset="2"/>
              <a:buChar char=""/>
              <a:tabLst>
                <a:tab pos="199073" algn="l"/>
              </a:tabLst>
            </a:pPr>
            <a:r>
              <a:rPr lang="en-US" altLang="en-US" sz="2800" dirty="0">
                <a:solidFill>
                  <a:schemeClr val="tx1"/>
                </a:solidFill>
                <a:latin typeface="+mn-lt"/>
                <a:cs typeface="+mn-cs"/>
              </a:rPr>
              <a:t>You can use algebraic identities to replace costly operations with cheaper ones.</a:t>
            </a:r>
          </a:p>
          <a:p>
            <a:pPr marL="273050" marR="4191" indent="-273050">
              <a:spcBef>
                <a:spcPct val="20000"/>
              </a:spcBef>
              <a:buClr>
                <a:srgbClr val="0BD0D9"/>
              </a:buClr>
              <a:buSzPct val="95000"/>
              <a:buFont typeface="Wingdings 2" panose="05020102010507070707" pitchFamily="18" charset="2"/>
              <a:buChar char=""/>
              <a:tabLst>
                <a:tab pos="199073" algn="l"/>
              </a:tabLst>
            </a:pPr>
            <a:r>
              <a:rPr lang="en-US" altLang="en-US" sz="2800" dirty="0">
                <a:solidFill>
                  <a:schemeClr val="tx1"/>
                </a:solidFill>
                <a:latin typeface="+mn-lt"/>
                <a:cs typeface="+mn-cs"/>
              </a:rPr>
              <a:t>For example, the following expressions are logically equivalent:</a:t>
            </a:r>
          </a:p>
        </p:txBody>
      </p:sp>
      <p:sp>
        <p:nvSpPr>
          <p:cNvPr id="8" name="Content Placeholder 3">
            <a:extLst>
              <a:ext uri="{FF2B5EF4-FFF2-40B4-BE49-F238E27FC236}">
                <a16:creationId xmlns:a16="http://schemas.microsoft.com/office/drawing/2014/main" id="{CB5C276F-C4C7-65DF-3FB1-2B46E50E1BDC}"/>
              </a:ext>
            </a:extLst>
          </p:cNvPr>
          <p:cNvSpPr txBox="1">
            <a:spLocks/>
          </p:cNvSpPr>
          <p:nvPr/>
        </p:nvSpPr>
        <p:spPr>
          <a:xfrm>
            <a:off x="325168" y="4910208"/>
            <a:ext cx="8418285" cy="958027"/>
          </a:xfrm>
          <a:prstGeom prst="rect">
            <a:avLst/>
          </a:prstGeom>
        </p:spPr>
        <p:txBody>
          <a:bodyPr vert="horz" lIns="0" tIns="45720" rIns="0" bIns="45720" rtlCol="0">
            <a:normAutofit/>
          </a:bodyPr>
          <a:lstStyle>
            <a:lvl1pPr marL="365760" indent="-274320" algn="justLow" defTabSz="914400" rtl="0" eaLnBrk="1" latinLnBrk="0" hangingPunct="1">
              <a:lnSpc>
                <a:spcPct val="90000"/>
              </a:lnSpc>
              <a:spcBef>
                <a:spcPts val="1200"/>
              </a:spcBef>
              <a:spcAft>
                <a:spcPts val="200"/>
              </a:spcAft>
              <a:buClr>
                <a:srgbClr val="84CDEA"/>
              </a:buClr>
              <a:buSzPct val="100000"/>
              <a:buFont typeface="Arial" panose="020B0604020202020204" pitchFamily="34" charset="0"/>
              <a:buChar char="•"/>
              <a:defRPr sz="2800" kern="1200">
                <a:solidFill>
                  <a:schemeClr val="tx1">
                    <a:lumMod val="75000"/>
                    <a:lumOff val="25000"/>
                  </a:schemeClr>
                </a:solidFill>
                <a:latin typeface="+mn-lt"/>
                <a:ea typeface="+mn-ea"/>
                <a:cs typeface="+mn-cs"/>
              </a:defRPr>
            </a:lvl1pPr>
            <a:lvl2pPr marL="54864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31520" indent="-274320" algn="justLow"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3pPr>
            <a:lvl4pPr marL="91440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1097280" indent="-27432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273050" marR="4191" indent="-273050">
              <a:spcBef>
                <a:spcPct val="20000"/>
              </a:spcBef>
              <a:buClr>
                <a:srgbClr val="0BD0D9"/>
              </a:buClr>
              <a:buSzPct val="95000"/>
              <a:buFont typeface="Wingdings 2" panose="05020102010507070707" pitchFamily="18" charset="2"/>
              <a:buChar char=""/>
              <a:tabLst>
                <a:tab pos="199073" algn="l"/>
              </a:tabLst>
            </a:pPr>
            <a:r>
              <a:rPr lang="en-US" altLang="en-US" sz="2800" dirty="0">
                <a:solidFill>
                  <a:schemeClr val="tx1"/>
                </a:solidFill>
                <a:latin typeface="+mn-lt"/>
                <a:cs typeface="+mn-cs"/>
              </a:rPr>
              <a:t>If you choose the second expression instead of the first, you can save a not operation.</a:t>
            </a:r>
          </a:p>
        </p:txBody>
      </p:sp>
      <p:sp>
        <p:nvSpPr>
          <p:cNvPr id="9" name="Rectangle 8">
            <a:extLst>
              <a:ext uri="{FF2B5EF4-FFF2-40B4-BE49-F238E27FC236}">
                <a16:creationId xmlns:a16="http://schemas.microsoft.com/office/drawing/2014/main" id="{339E0A36-7E03-06A4-5C33-7664EA271595}"/>
              </a:ext>
            </a:extLst>
          </p:cNvPr>
          <p:cNvSpPr/>
          <p:nvPr/>
        </p:nvSpPr>
        <p:spPr>
          <a:xfrm>
            <a:off x="2474387" y="1366422"/>
            <a:ext cx="4119846" cy="461665"/>
          </a:xfrm>
          <a:prstGeom prst="rect">
            <a:avLst/>
          </a:prstGeom>
          <a:ln>
            <a:solidFill>
              <a:schemeClr val="tx1"/>
            </a:solidFill>
          </a:ln>
        </p:spPr>
        <p:txBody>
          <a:bodyPr wrap="none">
            <a:spAutoFit/>
          </a:bodyPr>
          <a:lstStyle/>
          <a:p>
            <a:r>
              <a:rPr lang="en-US" altLang="en-US" sz="2400" b="1" dirty="0"/>
              <a:t>Exploit Algebraic Identities</a:t>
            </a:r>
            <a:endParaRPr lang="en-US" sz="2400" dirty="0"/>
          </a:p>
        </p:txBody>
      </p:sp>
      <p:sp>
        <p:nvSpPr>
          <p:cNvPr id="12" name="object 6">
            <a:extLst>
              <a:ext uri="{FF2B5EF4-FFF2-40B4-BE49-F238E27FC236}">
                <a16:creationId xmlns:a16="http://schemas.microsoft.com/office/drawing/2014/main" id="{E5482B89-1CF6-EB89-866A-192F0CA7406A}"/>
              </a:ext>
            </a:extLst>
          </p:cNvPr>
          <p:cNvSpPr/>
          <p:nvPr/>
        </p:nvSpPr>
        <p:spPr>
          <a:xfrm>
            <a:off x="3141845" y="3881770"/>
            <a:ext cx="2784929" cy="795693"/>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4288430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sz="4400" b="1" dirty="0">
                <a:solidFill>
                  <a:schemeClr val="tx1"/>
                </a:solidFill>
              </a:rPr>
              <a:t>Expressions</a:t>
            </a:r>
            <a:endParaRPr lang="en-US" sz="2800"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10</a:t>
            </a:fld>
            <a:endParaRPr lang="en-US" sz="700"/>
          </a:p>
        </p:txBody>
      </p:sp>
      <p:sp>
        <p:nvSpPr>
          <p:cNvPr id="3" name="Content Placeholder 3">
            <a:extLst>
              <a:ext uri="{FF2B5EF4-FFF2-40B4-BE49-F238E27FC236}">
                <a16:creationId xmlns:a16="http://schemas.microsoft.com/office/drawing/2014/main" id="{75334DCC-7EC5-9582-A834-FE18F22C0B3A}"/>
              </a:ext>
            </a:extLst>
          </p:cNvPr>
          <p:cNvSpPr>
            <a:spLocks noGrp="1"/>
          </p:cNvSpPr>
          <p:nvPr>
            <p:ph idx="1"/>
          </p:nvPr>
        </p:nvSpPr>
        <p:spPr>
          <a:xfrm>
            <a:off x="333829" y="2108484"/>
            <a:ext cx="8418285" cy="4389437"/>
          </a:xfrm>
        </p:spPr>
        <p:txBody>
          <a:bodyPr/>
          <a:lstStyle/>
          <a:p>
            <a:pPr marL="273050" marR="4191" indent="-273050">
              <a:lnSpc>
                <a:spcPct val="101400"/>
              </a:lnSpc>
              <a:spcBef>
                <a:spcPct val="20000"/>
              </a:spcBef>
              <a:buClr>
                <a:srgbClr val="0BD0D9"/>
              </a:buClr>
              <a:buSzPct val="95000"/>
              <a:buFont typeface="Wingdings 2" panose="05020102010507070707" pitchFamily="18" charset="2"/>
              <a:buChar char=""/>
              <a:tabLst>
                <a:tab pos="199073" algn="l"/>
              </a:tabLst>
            </a:pPr>
            <a:r>
              <a:rPr lang="en-US" altLang="en-US" sz="2600" dirty="0">
                <a:solidFill>
                  <a:schemeClr val="tx1"/>
                </a:solidFill>
                <a:latin typeface="+mn-lt"/>
                <a:cs typeface="+mn-cs"/>
              </a:rPr>
              <a:t>Strength reduction means replacing an expensive operation with a cheaper one. Here are some possible substitutions:</a:t>
            </a:r>
          </a:p>
          <a:p>
            <a:pPr marL="730250" marR="4191" lvl="2" indent="-273050">
              <a:spcBef>
                <a:spcPct val="20000"/>
              </a:spcBef>
              <a:buClr>
                <a:srgbClr val="0BD0D9"/>
              </a:buClr>
              <a:buSzPct val="95000"/>
              <a:buFont typeface="Wingdings 2" panose="05020102010507070707" pitchFamily="18" charset="2"/>
              <a:buChar char=""/>
              <a:tabLst>
                <a:tab pos="199073" algn="l"/>
              </a:tabLst>
            </a:pPr>
            <a:r>
              <a:rPr lang="en-US" altLang="en-US" sz="2400" dirty="0">
                <a:solidFill>
                  <a:schemeClr val="tx1"/>
                </a:solidFill>
                <a:latin typeface="+mn-lt"/>
                <a:cs typeface="+mn-cs"/>
              </a:rPr>
              <a:t>Replace </a:t>
            </a:r>
            <a:r>
              <a:rPr lang="en-US" altLang="en-US" sz="2400" i="1" dirty="0">
                <a:solidFill>
                  <a:schemeClr val="tx1"/>
                </a:solidFill>
                <a:latin typeface="+mn-lt"/>
                <a:cs typeface="+mn-cs"/>
              </a:rPr>
              <a:t>multiplication</a:t>
            </a:r>
            <a:r>
              <a:rPr lang="en-US" altLang="en-US" sz="2400" dirty="0">
                <a:solidFill>
                  <a:schemeClr val="tx1"/>
                </a:solidFill>
                <a:latin typeface="+mn-lt"/>
                <a:cs typeface="+mn-cs"/>
              </a:rPr>
              <a:t> with </a:t>
            </a:r>
            <a:r>
              <a:rPr lang="en-US" altLang="en-US" sz="2400" i="1" dirty="0">
                <a:solidFill>
                  <a:schemeClr val="tx1"/>
                </a:solidFill>
                <a:latin typeface="+mn-lt"/>
                <a:cs typeface="+mn-cs"/>
              </a:rPr>
              <a:t>addition</a:t>
            </a:r>
            <a:r>
              <a:rPr lang="en-US" altLang="en-US" sz="2400" dirty="0">
                <a:solidFill>
                  <a:schemeClr val="tx1"/>
                </a:solidFill>
                <a:latin typeface="+mn-lt"/>
                <a:cs typeface="+mn-cs"/>
              </a:rPr>
              <a:t>.</a:t>
            </a:r>
          </a:p>
          <a:p>
            <a:pPr marL="730250" marR="4191" lvl="2" indent="-273050">
              <a:spcBef>
                <a:spcPct val="20000"/>
              </a:spcBef>
              <a:buClr>
                <a:srgbClr val="0BD0D9"/>
              </a:buClr>
              <a:buSzPct val="95000"/>
              <a:buFont typeface="Wingdings 2" panose="05020102010507070707" pitchFamily="18" charset="2"/>
              <a:buChar char=""/>
              <a:tabLst>
                <a:tab pos="199073" algn="l"/>
              </a:tabLst>
            </a:pPr>
            <a:r>
              <a:rPr lang="en-US" altLang="en-US" sz="2400" dirty="0">
                <a:solidFill>
                  <a:schemeClr val="tx1"/>
                </a:solidFill>
                <a:latin typeface="+mn-lt"/>
                <a:cs typeface="+mn-cs"/>
              </a:rPr>
              <a:t>Replace </a:t>
            </a:r>
            <a:r>
              <a:rPr lang="en-US" altLang="en-US" sz="2400" i="1" dirty="0">
                <a:solidFill>
                  <a:schemeClr val="tx1"/>
                </a:solidFill>
                <a:latin typeface="+mn-lt"/>
                <a:cs typeface="+mn-cs"/>
              </a:rPr>
              <a:t>exponentiation</a:t>
            </a:r>
            <a:r>
              <a:rPr lang="en-US" altLang="en-US" sz="2400" dirty="0">
                <a:solidFill>
                  <a:schemeClr val="tx1"/>
                </a:solidFill>
                <a:latin typeface="+mn-lt"/>
                <a:cs typeface="+mn-cs"/>
              </a:rPr>
              <a:t> with </a:t>
            </a:r>
            <a:r>
              <a:rPr lang="en-US" altLang="en-US" sz="2400" i="1" dirty="0">
                <a:solidFill>
                  <a:schemeClr val="tx1"/>
                </a:solidFill>
                <a:latin typeface="+mn-lt"/>
                <a:cs typeface="+mn-cs"/>
              </a:rPr>
              <a:t>multiplication</a:t>
            </a:r>
            <a:r>
              <a:rPr lang="en-US" altLang="en-US" sz="2400" dirty="0">
                <a:solidFill>
                  <a:schemeClr val="tx1"/>
                </a:solidFill>
                <a:latin typeface="+mn-lt"/>
                <a:cs typeface="+mn-cs"/>
              </a:rPr>
              <a:t>.</a:t>
            </a:r>
          </a:p>
          <a:p>
            <a:pPr marL="730250" marR="4191" lvl="2" indent="-273050">
              <a:spcBef>
                <a:spcPct val="20000"/>
              </a:spcBef>
              <a:buClr>
                <a:srgbClr val="0BD0D9"/>
              </a:buClr>
              <a:buSzPct val="95000"/>
              <a:buFont typeface="Wingdings 2" panose="05020102010507070707" pitchFamily="18" charset="2"/>
              <a:buChar char=""/>
              <a:tabLst>
                <a:tab pos="199073" algn="l"/>
              </a:tabLst>
            </a:pPr>
            <a:r>
              <a:rPr lang="en-US" altLang="en-US" sz="2400" dirty="0">
                <a:solidFill>
                  <a:schemeClr val="tx1"/>
                </a:solidFill>
                <a:latin typeface="+mn-lt"/>
                <a:cs typeface="+mn-cs"/>
              </a:rPr>
              <a:t>Replace </a:t>
            </a:r>
            <a:r>
              <a:rPr lang="en-US" altLang="en-US" sz="2400" i="1" dirty="0">
                <a:solidFill>
                  <a:schemeClr val="tx1"/>
                </a:solidFill>
                <a:latin typeface="+mn-lt"/>
                <a:cs typeface="+mn-cs"/>
              </a:rPr>
              <a:t>floating-point numbers </a:t>
            </a:r>
            <a:r>
              <a:rPr lang="en-US" altLang="en-US" sz="2400" dirty="0">
                <a:solidFill>
                  <a:schemeClr val="tx1"/>
                </a:solidFill>
                <a:latin typeface="+mn-lt"/>
                <a:cs typeface="+mn-cs"/>
              </a:rPr>
              <a:t>with </a:t>
            </a:r>
            <a:r>
              <a:rPr lang="en-US" altLang="en-US" sz="2400" i="1" dirty="0">
                <a:solidFill>
                  <a:schemeClr val="tx1"/>
                </a:solidFill>
                <a:latin typeface="+mn-lt"/>
                <a:cs typeface="+mn-cs"/>
              </a:rPr>
              <a:t>fixed-point numbers </a:t>
            </a:r>
            <a:r>
              <a:rPr lang="en-US" altLang="en-US" sz="2400" dirty="0">
                <a:solidFill>
                  <a:schemeClr val="tx1"/>
                </a:solidFill>
                <a:latin typeface="+mn-lt"/>
                <a:cs typeface="+mn-cs"/>
              </a:rPr>
              <a:t>or </a:t>
            </a:r>
            <a:r>
              <a:rPr lang="en-US" altLang="en-US" sz="2400" i="1" dirty="0">
                <a:solidFill>
                  <a:schemeClr val="tx1"/>
                </a:solidFill>
                <a:latin typeface="+mn-lt"/>
                <a:cs typeface="+mn-cs"/>
              </a:rPr>
              <a:t>integers</a:t>
            </a:r>
            <a:r>
              <a:rPr lang="en-US" altLang="en-US" sz="2400" dirty="0">
                <a:solidFill>
                  <a:schemeClr val="tx1"/>
                </a:solidFill>
                <a:latin typeface="+mn-lt"/>
                <a:cs typeface="+mn-cs"/>
              </a:rPr>
              <a:t>.</a:t>
            </a:r>
          </a:p>
          <a:p>
            <a:pPr marL="730250" marR="4191" lvl="2" indent="-273050">
              <a:spcBef>
                <a:spcPct val="20000"/>
              </a:spcBef>
              <a:buClr>
                <a:srgbClr val="0BD0D9"/>
              </a:buClr>
              <a:buSzPct val="95000"/>
              <a:buFont typeface="Wingdings 2" panose="05020102010507070707" pitchFamily="18" charset="2"/>
              <a:buChar char=""/>
              <a:tabLst>
                <a:tab pos="199073" algn="l"/>
              </a:tabLst>
            </a:pPr>
            <a:r>
              <a:rPr lang="en-US" altLang="en-US" sz="2400" dirty="0">
                <a:solidFill>
                  <a:schemeClr val="tx1"/>
                </a:solidFill>
                <a:latin typeface="+mn-lt"/>
                <a:cs typeface="+mn-cs"/>
              </a:rPr>
              <a:t>Replace </a:t>
            </a:r>
            <a:r>
              <a:rPr lang="en-US" altLang="en-US" sz="2400" i="1" dirty="0">
                <a:solidFill>
                  <a:schemeClr val="tx1"/>
                </a:solidFill>
                <a:latin typeface="+mn-lt"/>
                <a:cs typeface="+mn-cs"/>
              </a:rPr>
              <a:t>double-precision floating points </a:t>
            </a:r>
            <a:r>
              <a:rPr lang="en-US" altLang="en-US" sz="2400" dirty="0">
                <a:solidFill>
                  <a:schemeClr val="tx1"/>
                </a:solidFill>
                <a:latin typeface="+mn-lt"/>
                <a:cs typeface="+mn-cs"/>
              </a:rPr>
              <a:t>with </a:t>
            </a:r>
            <a:r>
              <a:rPr lang="en-US" altLang="en-US" sz="2400" i="1" dirty="0">
                <a:solidFill>
                  <a:schemeClr val="tx1"/>
                </a:solidFill>
                <a:latin typeface="+mn-lt"/>
                <a:cs typeface="+mn-cs"/>
              </a:rPr>
              <a:t>single-precision numbers</a:t>
            </a:r>
            <a:r>
              <a:rPr lang="en-US" altLang="en-US" sz="2400" dirty="0">
                <a:solidFill>
                  <a:schemeClr val="tx1"/>
                </a:solidFill>
                <a:latin typeface="+mn-lt"/>
                <a:cs typeface="+mn-cs"/>
              </a:rPr>
              <a:t>.</a:t>
            </a:r>
          </a:p>
          <a:p>
            <a:pPr marL="730250" marR="4191" lvl="2" indent="-273050">
              <a:spcBef>
                <a:spcPct val="20000"/>
              </a:spcBef>
              <a:buClr>
                <a:srgbClr val="0BD0D9"/>
              </a:buClr>
              <a:buSzPct val="95000"/>
              <a:buFont typeface="Wingdings 2" panose="05020102010507070707" pitchFamily="18" charset="2"/>
              <a:buChar char=""/>
              <a:tabLst>
                <a:tab pos="199073" algn="l"/>
              </a:tabLst>
            </a:pPr>
            <a:r>
              <a:rPr lang="en-US" altLang="en-US" sz="2400" dirty="0">
                <a:solidFill>
                  <a:schemeClr val="tx1"/>
                </a:solidFill>
                <a:latin typeface="+mn-lt"/>
                <a:cs typeface="+mn-cs"/>
              </a:rPr>
              <a:t>Replace </a:t>
            </a:r>
            <a:r>
              <a:rPr lang="en-US" altLang="en-US" sz="2400" i="1" dirty="0">
                <a:solidFill>
                  <a:schemeClr val="tx1"/>
                </a:solidFill>
                <a:latin typeface="+mn-lt"/>
                <a:cs typeface="+mn-cs"/>
              </a:rPr>
              <a:t>integer multiplication-by-two </a:t>
            </a:r>
            <a:r>
              <a:rPr lang="en-US" altLang="en-US" sz="2400" dirty="0">
                <a:solidFill>
                  <a:schemeClr val="tx1"/>
                </a:solidFill>
                <a:latin typeface="+mn-lt"/>
                <a:cs typeface="+mn-cs"/>
              </a:rPr>
              <a:t>and </a:t>
            </a:r>
            <a:r>
              <a:rPr lang="en-US" altLang="en-US" sz="2400" i="1" dirty="0">
                <a:solidFill>
                  <a:schemeClr val="tx1"/>
                </a:solidFill>
                <a:latin typeface="+mn-lt"/>
                <a:cs typeface="+mn-cs"/>
              </a:rPr>
              <a:t>division-by-two</a:t>
            </a:r>
            <a:r>
              <a:rPr lang="en-US" altLang="en-US" sz="2400" dirty="0">
                <a:solidFill>
                  <a:schemeClr val="tx1"/>
                </a:solidFill>
                <a:latin typeface="+mn-lt"/>
                <a:cs typeface="+mn-cs"/>
              </a:rPr>
              <a:t> with </a:t>
            </a:r>
            <a:r>
              <a:rPr lang="en-US" altLang="en-US" sz="2400" i="1" dirty="0">
                <a:solidFill>
                  <a:schemeClr val="tx1"/>
                </a:solidFill>
                <a:latin typeface="+mn-lt"/>
                <a:cs typeface="+mn-cs"/>
              </a:rPr>
              <a:t>shift operations</a:t>
            </a:r>
            <a:r>
              <a:rPr lang="en-US" altLang="en-US" sz="2400" dirty="0">
                <a:solidFill>
                  <a:schemeClr val="tx1"/>
                </a:solidFill>
                <a:latin typeface="+mn-lt"/>
                <a:cs typeface="+mn-cs"/>
              </a:rPr>
              <a:t>.</a:t>
            </a:r>
          </a:p>
        </p:txBody>
      </p:sp>
      <p:sp>
        <p:nvSpPr>
          <p:cNvPr id="6" name="Rectangle 5">
            <a:extLst>
              <a:ext uri="{FF2B5EF4-FFF2-40B4-BE49-F238E27FC236}">
                <a16:creationId xmlns:a16="http://schemas.microsoft.com/office/drawing/2014/main" id="{93B6F323-1923-221E-9317-1BCA2BDBC07F}"/>
              </a:ext>
            </a:extLst>
          </p:cNvPr>
          <p:cNvSpPr/>
          <p:nvPr/>
        </p:nvSpPr>
        <p:spPr>
          <a:xfrm>
            <a:off x="2429995" y="1360579"/>
            <a:ext cx="3688830" cy="461665"/>
          </a:xfrm>
          <a:prstGeom prst="rect">
            <a:avLst/>
          </a:prstGeom>
          <a:ln>
            <a:solidFill>
              <a:schemeClr val="tx1"/>
            </a:solidFill>
          </a:ln>
        </p:spPr>
        <p:txBody>
          <a:bodyPr wrap="none">
            <a:spAutoFit/>
          </a:bodyPr>
          <a:lstStyle/>
          <a:p>
            <a:r>
              <a:rPr lang="en-US" altLang="en-US" sz="2400" b="1" dirty="0"/>
              <a:t>Use Strength Reduction</a:t>
            </a:r>
            <a:endParaRPr lang="en-US" sz="2400" dirty="0"/>
          </a:p>
        </p:txBody>
      </p:sp>
    </p:spTree>
    <p:extLst>
      <p:ext uri="{BB962C8B-B14F-4D97-AF65-F5344CB8AC3E}">
        <p14:creationId xmlns:p14="http://schemas.microsoft.com/office/powerpoint/2010/main" val="3107751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sz="4400" b="1" dirty="0">
                <a:solidFill>
                  <a:schemeClr val="tx1"/>
                </a:solidFill>
              </a:rPr>
              <a:t>Data Transformations</a:t>
            </a:r>
            <a:endParaRPr lang="en-US" sz="31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11</a:t>
            </a:fld>
            <a:endParaRPr lang="en-US" sz="700"/>
          </a:p>
        </p:txBody>
      </p:sp>
      <p:sp>
        <p:nvSpPr>
          <p:cNvPr id="2" name="Content Placeholder 3">
            <a:extLst>
              <a:ext uri="{FF2B5EF4-FFF2-40B4-BE49-F238E27FC236}">
                <a16:creationId xmlns:a16="http://schemas.microsoft.com/office/drawing/2014/main" id="{B9200A04-ACE4-88B6-46C7-13545F8AEA67}"/>
              </a:ext>
            </a:extLst>
          </p:cNvPr>
          <p:cNvSpPr>
            <a:spLocks noGrp="1"/>
          </p:cNvSpPr>
          <p:nvPr>
            <p:ph idx="1"/>
          </p:nvPr>
        </p:nvSpPr>
        <p:spPr>
          <a:xfrm>
            <a:off x="333829" y="1234281"/>
            <a:ext cx="8418285" cy="4389437"/>
          </a:xfrm>
        </p:spPr>
        <p:txBody>
          <a:bodyPr/>
          <a:lstStyle/>
          <a:p>
            <a:pPr marL="273050" marR="14669" indent="-273050">
              <a:spcBef>
                <a:spcPct val="20000"/>
              </a:spcBef>
              <a:buClr>
                <a:srgbClr val="0BD0D9"/>
              </a:buClr>
              <a:buSzPct val="95000"/>
              <a:buFont typeface="Wingdings 2" panose="05020102010507070707" pitchFamily="18" charset="2"/>
              <a:buChar char=""/>
              <a:tabLst>
                <a:tab pos="199073" algn="l"/>
              </a:tabLst>
            </a:pPr>
            <a:r>
              <a:rPr lang="en-US" sz="2800" dirty="0">
                <a:solidFill>
                  <a:schemeClr val="tx1"/>
                </a:solidFill>
                <a:latin typeface="+mn-lt"/>
                <a:cs typeface="+mn-cs"/>
              </a:rPr>
              <a:t>Changes in data types can be a powerful aid in reducing program size  and improving execution speed.</a:t>
            </a:r>
          </a:p>
          <a:p>
            <a:pPr marL="273050" indent="-273050">
              <a:spcBef>
                <a:spcPct val="20000"/>
              </a:spcBef>
              <a:buClr>
                <a:srgbClr val="0BD0D9"/>
              </a:buClr>
              <a:buSzPct val="95000"/>
              <a:buFont typeface="Wingdings 2" panose="05020102010507070707" pitchFamily="18" charset="2"/>
              <a:buChar char=""/>
              <a:tabLst>
                <a:tab pos="199073" algn="l"/>
              </a:tabLst>
            </a:pPr>
            <a:r>
              <a:rPr lang="en-US" sz="2800" dirty="0">
                <a:solidFill>
                  <a:schemeClr val="tx1"/>
                </a:solidFill>
                <a:latin typeface="+mn-lt"/>
                <a:cs typeface="+mn-cs"/>
              </a:rPr>
              <a:t>Here are a few ways to tune your data types.</a:t>
            </a:r>
          </a:p>
        </p:txBody>
      </p:sp>
      <p:pic>
        <p:nvPicPr>
          <p:cNvPr id="8" name="Picture 7" descr="Nerd1">
            <a:extLst>
              <a:ext uri="{FF2B5EF4-FFF2-40B4-BE49-F238E27FC236}">
                <a16:creationId xmlns:a16="http://schemas.microsoft.com/office/drawing/2014/main" id="{C01817DA-8C64-752D-0437-799DC75CD9FF}"/>
              </a:ext>
            </a:extLst>
          </p:cNvPr>
          <p:cNvPicPr>
            <a:picLocks noChangeAspect="1" noChangeArrowheads="1"/>
          </p:cNvPicPr>
          <p:nvPr/>
        </p:nvPicPr>
        <p:blipFill>
          <a:blip r:embed="rId2" cstate="print"/>
          <a:srcRect/>
          <a:stretch>
            <a:fillRect/>
          </a:stretch>
        </p:blipFill>
        <p:spPr bwMode="auto">
          <a:xfrm>
            <a:off x="2954216" y="3037525"/>
            <a:ext cx="2860675" cy="3316383"/>
          </a:xfrm>
          <a:prstGeom prst="rect">
            <a:avLst/>
          </a:prstGeom>
          <a:noFill/>
          <a:ln w="19050">
            <a:noFill/>
            <a:miter lim="800000"/>
            <a:headEnd/>
            <a:tailEnd/>
          </a:ln>
        </p:spPr>
      </p:pic>
    </p:spTree>
    <p:extLst>
      <p:ext uri="{BB962C8B-B14F-4D97-AF65-F5344CB8AC3E}">
        <p14:creationId xmlns:p14="http://schemas.microsoft.com/office/powerpoint/2010/main" val="3830405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sz="4400" b="1" dirty="0">
                <a:solidFill>
                  <a:schemeClr val="tx1"/>
                </a:solidFill>
              </a:rPr>
              <a:t>Data Transformations</a:t>
            </a:r>
            <a:endParaRPr lang="en-US" sz="28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12</a:t>
            </a:fld>
            <a:endParaRPr lang="en-US" sz="700"/>
          </a:p>
        </p:txBody>
      </p:sp>
      <p:sp>
        <p:nvSpPr>
          <p:cNvPr id="6" name="Content Placeholder 3">
            <a:extLst>
              <a:ext uri="{FF2B5EF4-FFF2-40B4-BE49-F238E27FC236}">
                <a16:creationId xmlns:a16="http://schemas.microsoft.com/office/drawing/2014/main" id="{78F89021-5931-8D08-D816-CD77479EB70E}"/>
              </a:ext>
            </a:extLst>
          </p:cNvPr>
          <p:cNvSpPr>
            <a:spLocks noGrp="1"/>
          </p:cNvSpPr>
          <p:nvPr>
            <p:ph idx="1"/>
          </p:nvPr>
        </p:nvSpPr>
        <p:spPr>
          <a:xfrm>
            <a:off x="333829" y="1897472"/>
            <a:ext cx="8418285" cy="2463512"/>
          </a:xfrm>
        </p:spPr>
        <p:txBody>
          <a:bodyPr/>
          <a:lstStyle/>
          <a:p>
            <a:pPr marL="273050" marR="527018" indent="-273050">
              <a:lnSpc>
                <a:spcPct val="101400"/>
              </a:lnSpc>
              <a:spcBef>
                <a:spcPct val="20000"/>
              </a:spcBef>
              <a:buClr>
                <a:srgbClr val="0BD0D9"/>
              </a:buClr>
              <a:buSzPct val="95000"/>
              <a:buFont typeface="Wingdings 2" panose="05020102010507070707" pitchFamily="18" charset="2"/>
              <a:buChar char=""/>
              <a:tabLst>
                <a:tab pos="199073" algn="l"/>
              </a:tabLst>
            </a:pPr>
            <a:r>
              <a:rPr lang="en-US" sz="2800" dirty="0">
                <a:solidFill>
                  <a:schemeClr val="tx1"/>
                </a:solidFill>
                <a:latin typeface="+mn-lt"/>
                <a:cs typeface="+mn-cs"/>
              </a:rPr>
              <a:t>Integer addition and multiplication tend to be faster than floating  point.</a:t>
            </a:r>
          </a:p>
          <a:p>
            <a:pPr marL="273050" marR="4191" indent="-273050">
              <a:lnSpc>
                <a:spcPct val="101400"/>
              </a:lnSpc>
              <a:spcBef>
                <a:spcPct val="20000"/>
              </a:spcBef>
              <a:buClr>
                <a:srgbClr val="0BD0D9"/>
              </a:buClr>
              <a:buSzPct val="95000"/>
              <a:buFont typeface="Wingdings 2" panose="05020102010507070707" pitchFamily="18" charset="2"/>
              <a:buChar char=""/>
              <a:tabLst>
                <a:tab pos="199073" algn="l"/>
              </a:tabLst>
            </a:pPr>
            <a:r>
              <a:rPr lang="en-US" sz="2800" dirty="0">
                <a:solidFill>
                  <a:schemeClr val="tx1"/>
                </a:solidFill>
                <a:latin typeface="+mn-lt"/>
                <a:cs typeface="+mn-cs"/>
              </a:rPr>
              <a:t>Changing a loop index from a floating point to an integer, for example, can save time:</a:t>
            </a:r>
          </a:p>
        </p:txBody>
      </p:sp>
      <p:sp>
        <p:nvSpPr>
          <p:cNvPr id="8" name="Rectangle 7">
            <a:extLst>
              <a:ext uri="{FF2B5EF4-FFF2-40B4-BE49-F238E27FC236}">
                <a16:creationId xmlns:a16="http://schemas.microsoft.com/office/drawing/2014/main" id="{C514305A-BC3E-8DCC-0749-9B3E8FEEC10B}"/>
              </a:ext>
            </a:extLst>
          </p:cNvPr>
          <p:cNvSpPr/>
          <p:nvPr/>
        </p:nvSpPr>
        <p:spPr>
          <a:xfrm>
            <a:off x="2966323" y="1283741"/>
            <a:ext cx="3108543" cy="461665"/>
          </a:xfrm>
          <a:prstGeom prst="rect">
            <a:avLst/>
          </a:prstGeom>
          <a:ln>
            <a:solidFill>
              <a:schemeClr val="tx1"/>
            </a:solidFill>
          </a:ln>
        </p:spPr>
        <p:txBody>
          <a:bodyPr wrap="none">
            <a:spAutoFit/>
          </a:bodyPr>
          <a:lstStyle/>
          <a:p>
            <a:r>
              <a:rPr lang="en-GB" sz="2400" b="1" dirty="0"/>
              <a:t>Integers over Floats</a:t>
            </a:r>
            <a:endParaRPr lang="en-US" sz="2400" dirty="0"/>
          </a:p>
        </p:txBody>
      </p:sp>
      <p:sp>
        <p:nvSpPr>
          <p:cNvPr id="9" name="object 4">
            <a:extLst>
              <a:ext uri="{FF2B5EF4-FFF2-40B4-BE49-F238E27FC236}">
                <a16:creationId xmlns:a16="http://schemas.microsoft.com/office/drawing/2014/main" id="{E14333D2-CEAB-6589-6420-93F53A1603DB}"/>
              </a:ext>
            </a:extLst>
          </p:cNvPr>
          <p:cNvSpPr/>
          <p:nvPr/>
        </p:nvSpPr>
        <p:spPr>
          <a:xfrm>
            <a:off x="1150755" y="3830028"/>
            <a:ext cx="2388262" cy="1281011"/>
          </a:xfrm>
          <a:prstGeom prst="rect">
            <a:avLst/>
          </a:prstGeom>
          <a:blipFill>
            <a:blip r:embed="rId2" cstate="print"/>
            <a:stretch>
              <a:fillRect/>
            </a:stretch>
          </a:blipFill>
        </p:spPr>
        <p:txBody>
          <a:bodyPr wrap="square" lIns="0" tIns="0" rIns="0" bIns="0" rtlCol="0"/>
          <a:lstStyle/>
          <a:p>
            <a:endParaRPr/>
          </a:p>
        </p:txBody>
      </p:sp>
      <p:sp>
        <p:nvSpPr>
          <p:cNvPr id="10" name="object 5">
            <a:extLst>
              <a:ext uri="{FF2B5EF4-FFF2-40B4-BE49-F238E27FC236}">
                <a16:creationId xmlns:a16="http://schemas.microsoft.com/office/drawing/2014/main" id="{10AA6EEF-4212-DADC-C319-E111F52E16FA}"/>
              </a:ext>
            </a:extLst>
          </p:cNvPr>
          <p:cNvSpPr/>
          <p:nvPr/>
        </p:nvSpPr>
        <p:spPr>
          <a:xfrm>
            <a:off x="5375796" y="3819637"/>
            <a:ext cx="2454438" cy="1281011"/>
          </a:xfrm>
          <a:prstGeom prst="rect">
            <a:avLst/>
          </a:prstGeom>
          <a:blipFill>
            <a:blip r:embed="rId3" cstate="print"/>
            <a:stretch>
              <a:fillRect/>
            </a:stretch>
          </a:blipFill>
        </p:spPr>
        <p:txBody>
          <a:bodyPr wrap="square" lIns="0" tIns="0" rIns="0" bIns="0" rtlCol="0"/>
          <a:lstStyle/>
          <a:p>
            <a:endParaRPr/>
          </a:p>
        </p:txBody>
      </p:sp>
      <p:sp>
        <p:nvSpPr>
          <p:cNvPr id="11" name="object 7">
            <a:extLst>
              <a:ext uri="{FF2B5EF4-FFF2-40B4-BE49-F238E27FC236}">
                <a16:creationId xmlns:a16="http://schemas.microsoft.com/office/drawing/2014/main" id="{47B35370-B7D6-61AC-D703-DFE4C3207665}"/>
              </a:ext>
            </a:extLst>
          </p:cNvPr>
          <p:cNvSpPr/>
          <p:nvPr/>
        </p:nvSpPr>
        <p:spPr>
          <a:xfrm>
            <a:off x="3986376" y="4288870"/>
            <a:ext cx="942451" cy="466773"/>
          </a:xfrm>
          <a:custGeom>
            <a:avLst/>
            <a:gdLst/>
            <a:ahLst/>
            <a:cxnLst/>
            <a:rect l="l" t="t" r="r" b="b"/>
            <a:pathLst>
              <a:path w="1142365" h="565785">
                <a:moveTo>
                  <a:pt x="0" y="141403"/>
                </a:moveTo>
                <a:lnTo>
                  <a:pt x="859086" y="141403"/>
                </a:lnTo>
                <a:lnTo>
                  <a:pt x="859086" y="0"/>
                </a:lnTo>
                <a:lnTo>
                  <a:pt x="1141890" y="282805"/>
                </a:lnTo>
                <a:lnTo>
                  <a:pt x="859086" y="565609"/>
                </a:lnTo>
                <a:lnTo>
                  <a:pt x="859086" y="424206"/>
                </a:lnTo>
                <a:lnTo>
                  <a:pt x="0" y="424206"/>
                </a:lnTo>
                <a:lnTo>
                  <a:pt x="0" y="141403"/>
                </a:lnTo>
                <a:close/>
              </a:path>
            </a:pathLst>
          </a:custGeom>
          <a:ln w="12700">
            <a:solidFill>
              <a:srgbClr val="000000"/>
            </a:solidFill>
          </a:ln>
        </p:spPr>
        <p:txBody>
          <a:bodyPr wrap="square" lIns="0" tIns="0" rIns="0" bIns="0" rtlCol="0"/>
          <a:lstStyle/>
          <a:p>
            <a:endParaRPr/>
          </a:p>
        </p:txBody>
      </p:sp>
      <p:sp>
        <p:nvSpPr>
          <p:cNvPr id="12" name="object 8">
            <a:extLst>
              <a:ext uri="{FF2B5EF4-FFF2-40B4-BE49-F238E27FC236}">
                <a16:creationId xmlns:a16="http://schemas.microsoft.com/office/drawing/2014/main" id="{8C1A4CD7-A2AA-C350-31CB-B7178B9E78EB}"/>
              </a:ext>
            </a:extLst>
          </p:cNvPr>
          <p:cNvSpPr/>
          <p:nvPr/>
        </p:nvSpPr>
        <p:spPr>
          <a:xfrm>
            <a:off x="2207443" y="5319795"/>
            <a:ext cx="4368614" cy="1253433"/>
          </a:xfrm>
          <a:prstGeom prst="rect">
            <a:avLst/>
          </a:prstGeom>
          <a:blipFill>
            <a:blip r:embed="rId4"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564204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sz="4400" b="1" dirty="0">
                <a:solidFill>
                  <a:schemeClr val="tx1"/>
                </a:solidFill>
              </a:rPr>
              <a:t>Data Transformations</a:t>
            </a:r>
            <a:endParaRPr lang="en-US" sz="31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13</a:t>
            </a:fld>
            <a:endParaRPr lang="en-US" sz="700"/>
          </a:p>
        </p:txBody>
      </p:sp>
      <p:sp>
        <p:nvSpPr>
          <p:cNvPr id="2" name="Content Placeholder 3">
            <a:extLst>
              <a:ext uri="{FF2B5EF4-FFF2-40B4-BE49-F238E27FC236}">
                <a16:creationId xmlns:a16="http://schemas.microsoft.com/office/drawing/2014/main" id="{378A44E8-1182-08EB-8749-1848E3A280AC}"/>
              </a:ext>
            </a:extLst>
          </p:cNvPr>
          <p:cNvSpPr>
            <a:spLocks noGrp="1"/>
          </p:cNvSpPr>
          <p:nvPr>
            <p:ph idx="1"/>
          </p:nvPr>
        </p:nvSpPr>
        <p:spPr>
          <a:xfrm>
            <a:off x="333829" y="1837181"/>
            <a:ext cx="8418285" cy="3287477"/>
          </a:xfrm>
        </p:spPr>
        <p:txBody>
          <a:bodyPr/>
          <a:lstStyle/>
          <a:p>
            <a:pPr marL="273050" indent="-273050">
              <a:lnSpc>
                <a:spcPct val="101400"/>
              </a:lnSpc>
              <a:spcBef>
                <a:spcPct val="20000"/>
              </a:spcBef>
              <a:buClr>
                <a:srgbClr val="0BD0D9"/>
              </a:buClr>
              <a:buSzPct val="95000"/>
              <a:buFont typeface="Wingdings 2" panose="05020102010507070707" pitchFamily="18" charset="2"/>
              <a:buChar char=""/>
              <a:tabLst>
                <a:tab pos="199073" algn="l"/>
              </a:tabLst>
            </a:pPr>
            <a:r>
              <a:rPr lang="en-US" sz="2800" dirty="0">
                <a:solidFill>
                  <a:schemeClr val="tx1"/>
                </a:solidFill>
                <a:latin typeface="+mn-lt"/>
                <a:cs typeface="+mn-cs"/>
              </a:rPr>
              <a:t>Multiple dimensions on arrays are expensive.</a:t>
            </a:r>
          </a:p>
          <a:p>
            <a:pPr marL="273050" marR="4191" indent="-273050">
              <a:lnSpc>
                <a:spcPct val="101400"/>
              </a:lnSpc>
              <a:spcBef>
                <a:spcPct val="20000"/>
              </a:spcBef>
              <a:buClr>
                <a:srgbClr val="0BD0D9"/>
              </a:buClr>
              <a:buSzPct val="95000"/>
              <a:buFont typeface="Wingdings 2" panose="05020102010507070707" pitchFamily="18" charset="2"/>
              <a:buChar char=""/>
              <a:tabLst>
                <a:tab pos="199073" algn="l"/>
              </a:tabLst>
            </a:pPr>
            <a:r>
              <a:rPr lang="en-US" sz="2800" dirty="0">
                <a:solidFill>
                  <a:schemeClr val="tx1"/>
                </a:solidFill>
                <a:latin typeface="+mn-lt"/>
                <a:cs typeface="+mn-cs"/>
              </a:rPr>
              <a:t>If you can structure your data so that it’s in a one-dimensional array  rather than a two-dimensional or three-dimensional array, you might  be able to save some time.</a:t>
            </a:r>
          </a:p>
          <a:p>
            <a:pPr marL="273050" indent="-273050">
              <a:lnSpc>
                <a:spcPct val="101400"/>
              </a:lnSpc>
              <a:spcBef>
                <a:spcPct val="20000"/>
              </a:spcBef>
              <a:buClr>
                <a:srgbClr val="0BD0D9"/>
              </a:buClr>
              <a:buSzPct val="95000"/>
              <a:buFont typeface="Wingdings 2" panose="05020102010507070707" pitchFamily="18" charset="2"/>
              <a:buChar char=""/>
              <a:tabLst>
                <a:tab pos="199073" algn="l"/>
              </a:tabLst>
            </a:pPr>
            <a:r>
              <a:rPr lang="en-US" sz="2800" dirty="0">
                <a:solidFill>
                  <a:schemeClr val="tx1"/>
                </a:solidFill>
                <a:latin typeface="+mn-lt"/>
                <a:cs typeface="+mn-cs"/>
              </a:rPr>
              <a:t>Suppose you have initialization code like this:</a:t>
            </a:r>
          </a:p>
        </p:txBody>
      </p:sp>
      <p:sp>
        <p:nvSpPr>
          <p:cNvPr id="11" name="Rectangle 10">
            <a:extLst>
              <a:ext uri="{FF2B5EF4-FFF2-40B4-BE49-F238E27FC236}">
                <a16:creationId xmlns:a16="http://schemas.microsoft.com/office/drawing/2014/main" id="{E8C148F9-8981-8300-19BB-D1E1AB300BD6}"/>
              </a:ext>
            </a:extLst>
          </p:cNvPr>
          <p:cNvSpPr/>
          <p:nvPr/>
        </p:nvSpPr>
        <p:spPr>
          <a:xfrm>
            <a:off x="3162900" y="1203437"/>
            <a:ext cx="2792559" cy="461665"/>
          </a:xfrm>
          <a:prstGeom prst="rect">
            <a:avLst/>
          </a:prstGeom>
          <a:ln>
            <a:solidFill>
              <a:schemeClr val="tx1"/>
            </a:solidFill>
          </a:ln>
        </p:spPr>
        <p:txBody>
          <a:bodyPr wrap="none">
            <a:spAutoFit/>
          </a:bodyPr>
          <a:lstStyle/>
          <a:p>
            <a:r>
              <a:rPr lang="en-GB" sz="2400" b="1" dirty="0"/>
              <a:t>Fewer Array Dims</a:t>
            </a:r>
            <a:endParaRPr lang="en-US" sz="2400" dirty="0"/>
          </a:p>
        </p:txBody>
      </p:sp>
      <p:sp>
        <p:nvSpPr>
          <p:cNvPr id="12" name="object 4">
            <a:extLst>
              <a:ext uri="{FF2B5EF4-FFF2-40B4-BE49-F238E27FC236}">
                <a16:creationId xmlns:a16="http://schemas.microsoft.com/office/drawing/2014/main" id="{C5F8D44A-76E3-F613-3195-8C8AF1407DDC}"/>
              </a:ext>
            </a:extLst>
          </p:cNvPr>
          <p:cNvSpPr/>
          <p:nvPr/>
        </p:nvSpPr>
        <p:spPr>
          <a:xfrm>
            <a:off x="932221" y="4795750"/>
            <a:ext cx="7279557" cy="1721137"/>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2235681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sz="4400" b="1" dirty="0">
                <a:solidFill>
                  <a:schemeClr val="tx1"/>
                </a:solidFill>
              </a:rPr>
              <a:t>Data Transformations</a:t>
            </a:r>
            <a:endParaRPr lang="en-US" sz="31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14</a:t>
            </a:fld>
            <a:endParaRPr lang="en-US" sz="700"/>
          </a:p>
        </p:txBody>
      </p:sp>
      <p:sp>
        <p:nvSpPr>
          <p:cNvPr id="4" name="Content Placeholder 3">
            <a:extLst>
              <a:ext uri="{FF2B5EF4-FFF2-40B4-BE49-F238E27FC236}">
                <a16:creationId xmlns:a16="http://schemas.microsoft.com/office/drawing/2014/main" id="{5750A38C-EB2D-DD2C-6507-C8311265A103}"/>
              </a:ext>
            </a:extLst>
          </p:cNvPr>
          <p:cNvSpPr>
            <a:spLocks noGrp="1"/>
          </p:cNvSpPr>
          <p:nvPr>
            <p:ph idx="1"/>
          </p:nvPr>
        </p:nvSpPr>
        <p:spPr>
          <a:xfrm>
            <a:off x="333829" y="1234281"/>
            <a:ext cx="8418285" cy="4389437"/>
          </a:xfrm>
        </p:spPr>
        <p:txBody>
          <a:bodyPr/>
          <a:lstStyle/>
          <a:p>
            <a:pPr marL="273050" marR="19907" indent="-273050">
              <a:lnSpc>
                <a:spcPct val="101400"/>
              </a:lnSpc>
              <a:spcBef>
                <a:spcPct val="20000"/>
              </a:spcBef>
              <a:buClr>
                <a:srgbClr val="0BD0D9"/>
              </a:buClr>
              <a:buSzPct val="95000"/>
              <a:buFont typeface="Wingdings 2" panose="05020102010507070707" pitchFamily="18" charset="2"/>
              <a:buChar char=""/>
              <a:tabLst>
                <a:tab pos="199073" algn="l"/>
              </a:tabLst>
            </a:pPr>
            <a:r>
              <a:rPr lang="en-US" sz="2800" dirty="0">
                <a:solidFill>
                  <a:schemeClr val="tx1"/>
                </a:solidFill>
                <a:latin typeface="+mn-lt"/>
                <a:cs typeface="+mn-cs"/>
              </a:rPr>
              <a:t>When this code is run with 50 rows and 20 columns, it takes twice as  long with a Java compiler as when the array is restructured so that it’s one-dimensional.</a:t>
            </a:r>
          </a:p>
        </p:txBody>
      </p:sp>
      <p:sp>
        <p:nvSpPr>
          <p:cNvPr id="6" name="object 4">
            <a:extLst>
              <a:ext uri="{FF2B5EF4-FFF2-40B4-BE49-F238E27FC236}">
                <a16:creationId xmlns:a16="http://schemas.microsoft.com/office/drawing/2014/main" id="{9464A683-F07F-01E7-A7FA-C267E0304513}"/>
              </a:ext>
            </a:extLst>
          </p:cNvPr>
          <p:cNvSpPr/>
          <p:nvPr/>
        </p:nvSpPr>
        <p:spPr>
          <a:xfrm>
            <a:off x="876692" y="2718917"/>
            <a:ext cx="7282574" cy="1180185"/>
          </a:xfrm>
          <a:prstGeom prst="rect">
            <a:avLst/>
          </a:prstGeom>
          <a:blipFill>
            <a:blip r:embed="rId2" cstate="print"/>
            <a:stretch>
              <a:fillRect/>
            </a:stretch>
          </a:blipFill>
        </p:spPr>
        <p:txBody>
          <a:bodyPr wrap="square" lIns="0" tIns="0" rIns="0" bIns="0" rtlCol="0"/>
          <a:lstStyle/>
          <a:p>
            <a:endParaRPr dirty="0"/>
          </a:p>
        </p:txBody>
      </p:sp>
      <p:sp>
        <p:nvSpPr>
          <p:cNvPr id="7" name="object 4">
            <a:extLst>
              <a:ext uri="{FF2B5EF4-FFF2-40B4-BE49-F238E27FC236}">
                <a16:creationId xmlns:a16="http://schemas.microsoft.com/office/drawing/2014/main" id="{B68E2C12-7457-19EA-98A8-95107DAB0D69}"/>
              </a:ext>
            </a:extLst>
          </p:cNvPr>
          <p:cNvSpPr/>
          <p:nvPr/>
        </p:nvSpPr>
        <p:spPr>
          <a:xfrm>
            <a:off x="1867292" y="4110408"/>
            <a:ext cx="5558052" cy="2342309"/>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2798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sz="4400" b="1" dirty="0">
                <a:solidFill>
                  <a:schemeClr val="tx1"/>
                </a:solidFill>
              </a:rPr>
              <a:t>Data Transformations</a:t>
            </a:r>
            <a:endParaRPr lang="en-US" sz="31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15</a:t>
            </a:fld>
            <a:endParaRPr lang="en-US" sz="700"/>
          </a:p>
        </p:txBody>
      </p:sp>
      <p:sp>
        <p:nvSpPr>
          <p:cNvPr id="4" name="Content Placeholder 3">
            <a:extLst>
              <a:ext uri="{FF2B5EF4-FFF2-40B4-BE49-F238E27FC236}">
                <a16:creationId xmlns:a16="http://schemas.microsoft.com/office/drawing/2014/main" id="{5750A38C-EB2D-DD2C-6507-C8311265A103}"/>
              </a:ext>
            </a:extLst>
          </p:cNvPr>
          <p:cNvSpPr>
            <a:spLocks noGrp="1"/>
          </p:cNvSpPr>
          <p:nvPr>
            <p:ph idx="1"/>
          </p:nvPr>
        </p:nvSpPr>
        <p:spPr>
          <a:xfrm>
            <a:off x="333829" y="1997953"/>
            <a:ext cx="8418285" cy="2393178"/>
          </a:xfrm>
        </p:spPr>
        <p:txBody>
          <a:bodyPr/>
          <a:lstStyle/>
          <a:p>
            <a:pPr marL="273050" marR="19907" indent="-273050">
              <a:lnSpc>
                <a:spcPct val="101400"/>
              </a:lnSpc>
              <a:spcBef>
                <a:spcPct val="20000"/>
              </a:spcBef>
              <a:buClr>
                <a:srgbClr val="0BD0D9"/>
              </a:buClr>
              <a:buSzPct val="95000"/>
              <a:buFont typeface="Wingdings 2" panose="05020102010507070707" pitchFamily="18" charset="2"/>
              <a:buChar char=""/>
              <a:tabLst>
                <a:tab pos="199073" algn="l"/>
              </a:tabLst>
            </a:pPr>
            <a:r>
              <a:rPr lang="en-US" sz="2800" dirty="0">
                <a:solidFill>
                  <a:schemeClr val="tx1"/>
                </a:solidFill>
                <a:latin typeface="+mn-lt"/>
                <a:cs typeface="+mn-cs"/>
              </a:rPr>
              <a:t>In addition to minimizing accesses to doubly or triply dimensioned  arrays, it’s often advantageous to minimize array accesses.</a:t>
            </a:r>
          </a:p>
          <a:p>
            <a:pPr marL="273050" marR="19907" indent="-273050">
              <a:lnSpc>
                <a:spcPct val="101400"/>
              </a:lnSpc>
              <a:spcBef>
                <a:spcPct val="20000"/>
              </a:spcBef>
              <a:buClr>
                <a:srgbClr val="0BD0D9"/>
              </a:buClr>
              <a:buSzPct val="95000"/>
              <a:buFont typeface="Wingdings 2" panose="05020102010507070707" pitchFamily="18" charset="2"/>
              <a:buChar char=""/>
              <a:tabLst>
                <a:tab pos="199073" algn="l"/>
              </a:tabLst>
            </a:pPr>
            <a:r>
              <a:rPr lang="en-US" sz="2800" dirty="0">
                <a:solidFill>
                  <a:schemeClr val="tx1"/>
                </a:solidFill>
                <a:latin typeface="+mn-lt"/>
                <a:cs typeface="+mn-cs"/>
              </a:rPr>
              <a:t>A loop that repeatedly uses one element of an array is a good  candidate for the application of this technique.</a:t>
            </a:r>
          </a:p>
        </p:txBody>
      </p:sp>
      <p:sp>
        <p:nvSpPr>
          <p:cNvPr id="3" name="Rectangle 2">
            <a:extLst>
              <a:ext uri="{FF2B5EF4-FFF2-40B4-BE49-F238E27FC236}">
                <a16:creationId xmlns:a16="http://schemas.microsoft.com/office/drawing/2014/main" id="{9839910A-DA35-28A2-99D2-C6DF8371116E}"/>
              </a:ext>
            </a:extLst>
          </p:cNvPr>
          <p:cNvSpPr/>
          <p:nvPr/>
        </p:nvSpPr>
        <p:spPr>
          <a:xfrm>
            <a:off x="2786015" y="1471414"/>
            <a:ext cx="3513911" cy="461665"/>
          </a:xfrm>
          <a:prstGeom prst="rect">
            <a:avLst/>
          </a:prstGeom>
          <a:ln>
            <a:solidFill>
              <a:schemeClr val="tx1"/>
            </a:solidFill>
          </a:ln>
        </p:spPr>
        <p:txBody>
          <a:bodyPr wrap="none">
            <a:spAutoFit/>
          </a:bodyPr>
          <a:lstStyle/>
          <a:p>
            <a:pPr algn="ctr"/>
            <a:r>
              <a:rPr lang="en-GB" sz="2400" b="1" dirty="0"/>
              <a:t>Less Array </a:t>
            </a:r>
            <a:r>
              <a:rPr lang="en-US" sz="2400" b="1" dirty="0"/>
              <a:t>References</a:t>
            </a:r>
          </a:p>
        </p:txBody>
      </p:sp>
      <p:sp>
        <p:nvSpPr>
          <p:cNvPr id="9" name="object 4">
            <a:extLst>
              <a:ext uri="{FF2B5EF4-FFF2-40B4-BE49-F238E27FC236}">
                <a16:creationId xmlns:a16="http://schemas.microsoft.com/office/drawing/2014/main" id="{AEF97C3B-ECB1-10D5-653C-893E4C43786A}"/>
              </a:ext>
            </a:extLst>
          </p:cNvPr>
          <p:cNvSpPr/>
          <p:nvPr/>
        </p:nvSpPr>
        <p:spPr>
          <a:xfrm>
            <a:off x="236136" y="4616601"/>
            <a:ext cx="8671727" cy="1725759"/>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2389937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sz="4400" b="1" dirty="0">
                <a:solidFill>
                  <a:schemeClr val="tx1"/>
                </a:solidFill>
              </a:rPr>
              <a:t>Data Transformations</a:t>
            </a:r>
            <a:endParaRPr lang="en-US" sz="31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16</a:t>
            </a:fld>
            <a:endParaRPr lang="en-US" sz="700"/>
          </a:p>
        </p:txBody>
      </p:sp>
      <p:sp>
        <p:nvSpPr>
          <p:cNvPr id="4" name="Content Placeholder 3">
            <a:extLst>
              <a:ext uri="{FF2B5EF4-FFF2-40B4-BE49-F238E27FC236}">
                <a16:creationId xmlns:a16="http://schemas.microsoft.com/office/drawing/2014/main" id="{5750A38C-EB2D-DD2C-6507-C8311265A103}"/>
              </a:ext>
            </a:extLst>
          </p:cNvPr>
          <p:cNvSpPr>
            <a:spLocks noGrp="1"/>
          </p:cNvSpPr>
          <p:nvPr>
            <p:ph idx="1"/>
          </p:nvPr>
        </p:nvSpPr>
        <p:spPr>
          <a:xfrm>
            <a:off x="333829" y="1234281"/>
            <a:ext cx="8418285" cy="4389437"/>
          </a:xfrm>
        </p:spPr>
        <p:txBody>
          <a:bodyPr/>
          <a:lstStyle/>
          <a:p>
            <a:pPr marL="273050" marR="19907" indent="-273050">
              <a:lnSpc>
                <a:spcPct val="101400"/>
              </a:lnSpc>
              <a:spcBef>
                <a:spcPct val="20000"/>
              </a:spcBef>
              <a:buClr>
                <a:srgbClr val="0BD0D9"/>
              </a:buClr>
              <a:buSzPct val="95000"/>
              <a:buFont typeface="Wingdings 2" panose="05020102010507070707" pitchFamily="18" charset="2"/>
              <a:buChar char=""/>
              <a:tabLst>
                <a:tab pos="199073" algn="l"/>
              </a:tabLst>
            </a:pPr>
            <a:r>
              <a:rPr lang="en-US" sz="2800" dirty="0">
                <a:solidFill>
                  <a:schemeClr val="tx1"/>
                </a:solidFill>
                <a:latin typeface="+mn-lt"/>
                <a:cs typeface="+mn-cs"/>
              </a:rPr>
              <a:t>The reference to discount[ </a:t>
            </a:r>
            <a:r>
              <a:rPr lang="en-US" sz="2800" dirty="0" err="1">
                <a:solidFill>
                  <a:schemeClr val="tx1"/>
                </a:solidFill>
                <a:latin typeface="+mn-lt"/>
                <a:cs typeface="+mn-cs"/>
              </a:rPr>
              <a:t>discountType</a:t>
            </a:r>
            <a:r>
              <a:rPr lang="en-US" sz="2800" dirty="0">
                <a:solidFill>
                  <a:schemeClr val="tx1"/>
                </a:solidFill>
                <a:latin typeface="+mn-lt"/>
                <a:cs typeface="+mn-cs"/>
              </a:rPr>
              <a:t> ] doesn’t change when </a:t>
            </a:r>
            <a:r>
              <a:rPr lang="en-US" sz="2800" dirty="0" err="1">
                <a:solidFill>
                  <a:schemeClr val="tx1"/>
                </a:solidFill>
                <a:latin typeface="+mn-lt"/>
                <a:cs typeface="+mn-cs"/>
              </a:rPr>
              <a:t>discountLevel</a:t>
            </a:r>
            <a:r>
              <a:rPr lang="en-US" sz="2800" dirty="0">
                <a:solidFill>
                  <a:schemeClr val="tx1"/>
                </a:solidFill>
                <a:latin typeface="+mn-lt"/>
                <a:cs typeface="+mn-cs"/>
              </a:rPr>
              <a:t> changes in the inner loop.</a:t>
            </a:r>
          </a:p>
          <a:p>
            <a:pPr marL="273050" marR="19907" indent="-273050">
              <a:lnSpc>
                <a:spcPct val="101400"/>
              </a:lnSpc>
              <a:spcBef>
                <a:spcPct val="20000"/>
              </a:spcBef>
              <a:buClr>
                <a:srgbClr val="0BD0D9"/>
              </a:buClr>
              <a:buSzPct val="95000"/>
              <a:buFont typeface="Wingdings 2" panose="05020102010507070707" pitchFamily="18" charset="2"/>
              <a:buChar char=""/>
              <a:tabLst>
                <a:tab pos="199073" algn="l"/>
              </a:tabLst>
            </a:pPr>
            <a:r>
              <a:rPr lang="en-US" sz="2800" dirty="0">
                <a:solidFill>
                  <a:schemeClr val="tx1"/>
                </a:solidFill>
                <a:latin typeface="+mn-lt"/>
                <a:cs typeface="+mn-cs"/>
              </a:rPr>
              <a:t>Consequently, you can move it out of the inner loop so that you’ll  have only one array access per execution of the outer loop rather  than one for each execution of the inner loop.</a:t>
            </a:r>
          </a:p>
        </p:txBody>
      </p:sp>
      <p:sp>
        <p:nvSpPr>
          <p:cNvPr id="9" name="object 5">
            <a:extLst>
              <a:ext uri="{FF2B5EF4-FFF2-40B4-BE49-F238E27FC236}">
                <a16:creationId xmlns:a16="http://schemas.microsoft.com/office/drawing/2014/main" id="{0B1F8860-611C-783C-84BB-459C237D4CA4}"/>
              </a:ext>
            </a:extLst>
          </p:cNvPr>
          <p:cNvSpPr/>
          <p:nvPr/>
        </p:nvSpPr>
        <p:spPr>
          <a:xfrm>
            <a:off x="1191676" y="4451400"/>
            <a:ext cx="6760648" cy="1547485"/>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254921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GB" sz="4400" b="1" dirty="0">
                <a:solidFill>
                  <a:schemeClr val="tx1"/>
                </a:solidFill>
              </a:rPr>
              <a:t>Data Transformations</a:t>
            </a:r>
            <a:endParaRPr lang="en-US" sz="3100" b="1" dirty="0">
              <a:solidFill>
                <a:schemeClr val="tx1"/>
              </a:solidFill>
              <a:latin typeface="+mn-lt"/>
            </a:endParaRP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17</a:t>
            </a:fld>
            <a:endParaRPr lang="en-US" sz="700"/>
          </a:p>
        </p:txBody>
      </p:sp>
      <p:sp>
        <p:nvSpPr>
          <p:cNvPr id="4" name="Content Placeholder 3">
            <a:extLst>
              <a:ext uri="{FF2B5EF4-FFF2-40B4-BE49-F238E27FC236}">
                <a16:creationId xmlns:a16="http://schemas.microsoft.com/office/drawing/2014/main" id="{5750A38C-EB2D-DD2C-6507-C8311265A103}"/>
              </a:ext>
            </a:extLst>
          </p:cNvPr>
          <p:cNvSpPr>
            <a:spLocks noGrp="1"/>
          </p:cNvSpPr>
          <p:nvPr>
            <p:ph idx="1"/>
          </p:nvPr>
        </p:nvSpPr>
        <p:spPr>
          <a:xfrm>
            <a:off x="333829" y="1234281"/>
            <a:ext cx="8418285" cy="4389437"/>
          </a:xfrm>
        </p:spPr>
        <p:txBody>
          <a:bodyPr/>
          <a:lstStyle/>
          <a:p>
            <a:pPr marL="273050" marR="19907" indent="-273050">
              <a:lnSpc>
                <a:spcPct val="101400"/>
              </a:lnSpc>
              <a:spcBef>
                <a:spcPct val="20000"/>
              </a:spcBef>
              <a:buClr>
                <a:srgbClr val="0BD0D9"/>
              </a:buClr>
              <a:buSzPct val="95000"/>
              <a:buFont typeface="Wingdings 2" panose="05020102010507070707" pitchFamily="18" charset="2"/>
              <a:buChar char=""/>
              <a:tabLst>
                <a:tab pos="199073" algn="l"/>
              </a:tabLst>
            </a:pPr>
            <a:r>
              <a:rPr lang="en-US" sz="2800" dirty="0">
                <a:solidFill>
                  <a:schemeClr val="tx1"/>
                </a:solidFill>
                <a:latin typeface="+mn-lt"/>
                <a:cs typeface="+mn-cs"/>
              </a:rPr>
              <a:t>Results vary significantly from compiler to compiler.</a:t>
            </a:r>
          </a:p>
        </p:txBody>
      </p:sp>
      <p:sp>
        <p:nvSpPr>
          <p:cNvPr id="2" name="object 4">
            <a:extLst>
              <a:ext uri="{FF2B5EF4-FFF2-40B4-BE49-F238E27FC236}">
                <a16:creationId xmlns:a16="http://schemas.microsoft.com/office/drawing/2014/main" id="{50C5E875-4BF5-D151-4027-94843DACA87E}"/>
              </a:ext>
            </a:extLst>
          </p:cNvPr>
          <p:cNvSpPr/>
          <p:nvPr/>
        </p:nvSpPr>
        <p:spPr>
          <a:xfrm>
            <a:off x="333829" y="2702268"/>
            <a:ext cx="8400089" cy="1693416"/>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504949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5"/>
          <p:cNvSpPr>
            <a:spLocks noGrp="1"/>
          </p:cNvSpPr>
          <p:nvPr>
            <p:ph type="title"/>
          </p:nvPr>
        </p:nvSpPr>
        <p:spPr>
          <a:xfrm>
            <a:off x="-25639" y="-10590"/>
            <a:ext cx="9169639" cy="817280"/>
          </a:xfrm>
          <a:solidFill>
            <a:schemeClr val="accent6">
              <a:lumMod val="40000"/>
              <a:lumOff val="60000"/>
            </a:schemeClr>
          </a:solidFill>
        </p:spPr>
        <p:txBody>
          <a:bodyPr anchor="ctr">
            <a:normAutofit/>
          </a:bodyPr>
          <a:lstStyle/>
          <a:p>
            <a:r>
              <a:rPr lang="en-US" b="1" dirty="0">
                <a:solidFill>
                  <a:schemeClr val="tx1"/>
                </a:solidFill>
                <a:latin typeface="+mn-lt"/>
              </a:rPr>
              <a:t>Reading</a:t>
            </a:r>
          </a:p>
        </p:txBody>
      </p:sp>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18</a:t>
            </a:fld>
            <a:endParaRPr lang="en-US" sz="700"/>
          </a:p>
        </p:txBody>
      </p:sp>
      <p:sp>
        <p:nvSpPr>
          <p:cNvPr id="3" name="Rectangle 6">
            <a:extLst>
              <a:ext uri="{FF2B5EF4-FFF2-40B4-BE49-F238E27FC236}">
                <a16:creationId xmlns:a16="http://schemas.microsoft.com/office/drawing/2014/main" id="{FA656E32-1156-FEA0-19B6-F14CFAE5A804}"/>
              </a:ext>
            </a:extLst>
          </p:cNvPr>
          <p:cNvSpPr>
            <a:spLocks noGrp="1" noChangeArrowheads="1"/>
          </p:cNvSpPr>
          <p:nvPr>
            <p:ph idx="1"/>
          </p:nvPr>
        </p:nvSpPr>
        <p:spPr>
          <a:xfrm>
            <a:off x="146120" y="1400727"/>
            <a:ext cx="8496839" cy="3429000"/>
          </a:xfrm>
        </p:spPr>
        <p:txBody>
          <a:bodyPr/>
          <a:lstStyle/>
          <a:p>
            <a:pPr marL="548640" lvl="1" indent="-274320" eaLnBrk="1" fontAlgn="auto" hangingPunct="1">
              <a:spcAft>
                <a:spcPts val="0"/>
              </a:spcAft>
              <a:buClr>
                <a:srgbClr val="0070C0"/>
              </a:buClr>
              <a:buFont typeface="Wingdings 3"/>
              <a:buChar char=""/>
              <a:defRPr/>
            </a:pPr>
            <a:r>
              <a:rPr lang="en-US" sz="2000" dirty="0">
                <a:solidFill>
                  <a:srgbClr val="46424D"/>
                </a:solidFill>
                <a:latin typeface="Arial"/>
                <a:ea typeface="ＭＳ Ｐゴシック" charset="-128"/>
                <a:cs typeface="Arial"/>
              </a:rPr>
              <a:t>Code Complete: A Practical Handbook of Software Construction, 2</a:t>
            </a:r>
            <a:r>
              <a:rPr lang="en-US" sz="2000" baseline="30000" dirty="0">
                <a:solidFill>
                  <a:srgbClr val="46424D"/>
                </a:solidFill>
                <a:latin typeface="Arial"/>
                <a:ea typeface="ＭＳ Ｐゴシック" charset="-128"/>
                <a:cs typeface="Arial"/>
              </a:rPr>
              <a:t>nd</a:t>
            </a:r>
            <a:r>
              <a:rPr lang="en-US" sz="2000" dirty="0">
                <a:solidFill>
                  <a:srgbClr val="46424D"/>
                </a:solidFill>
                <a:latin typeface="Arial"/>
                <a:ea typeface="ＭＳ Ｐゴシック" charset="-128"/>
                <a:cs typeface="Arial"/>
              </a:rPr>
              <a:t> Edition, Steve McConnell. </a:t>
            </a:r>
          </a:p>
          <a:p>
            <a:pPr marL="823277" lvl="2" indent="-274320" eaLnBrk="1" fontAlgn="auto" hangingPunct="1">
              <a:spcAft>
                <a:spcPts val="0"/>
              </a:spcAft>
              <a:buClr>
                <a:srgbClr val="0070C0"/>
              </a:buClr>
              <a:buFont typeface="Wingdings 3"/>
              <a:buChar char=""/>
              <a:defRPr/>
            </a:pPr>
            <a:r>
              <a:rPr lang="en-US" sz="1700" dirty="0">
                <a:solidFill>
                  <a:srgbClr val="46424D"/>
                </a:solidFill>
                <a:latin typeface="Arial"/>
                <a:ea typeface="ＭＳ Ｐゴシック" charset="-128"/>
                <a:cs typeface="Arial"/>
              </a:rPr>
              <a:t>Chapter 26</a:t>
            </a:r>
          </a:p>
          <a:p>
            <a:pPr marL="533400" lvl="1" indent="-533400" eaLnBrk="1" hangingPunct="1">
              <a:lnSpc>
                <a:spcPct val="115000"/>
              </a:lnSpc>
              <a:spcBef>
                <a:spcPct val="40000"/>
              </a:spcBef>
              <a:buClr>
                <a:srgbClr val="0BD0D9"/>
              </a:buClr>
              <a:buSzPct val="95000"/>
              <a:buFont typeface="Wingdings 2" pitchFamily="18" charset="2"/>
              <a:buNone/>
              <a:defRPr/>
            </a:pPr>
            <a:endParaRPr lang="en-NZ" altLang="en-US" dirty="0"/>
          </a:p>
        </p:txBody>
      </p:sp>
      <p:pic>
        <p:nvPicPr>
          <p:cNvPr id="4" name="Picture 2">
            <a:extLst>
              <a:ext uri="{FF2B5EF4-FFF2-40B4-BE49-F238E27FC236}">
                <a16:creationId xmlns:a16="http://schemas.microsoft.com/office/drawing/2014/main" id="{1A4C1AEE-513E-5F44-2B1B-675D0D4D3F8F}"/>
              </a:ext>
            </a:extLst>
          </p:cNvPr>
          <p:cNvPicPr>
            <a:picLocks noChangeAspect="1" noChangeArrowheads="1"/>
          </p:cNvPicPr>
          <p:nvPr/>
        </p:nvPicPr>
        <p:blipFill>
          <a:blip r:embed="rId2" cstate="print"/>
          <a:srcRect/>
          <a:stretch>
            <a:fillRect/>
          </a:stretch>
        </p:blipFill>
        <p:spPr bwMode="auto">
          <a:xfrm>
            <a:off x="2647167" y="2186758"/>
            <a:ext cx="4171950" cy="4343400"/>
          </a:xfrm>
          <a:prstGeom prst="rect">
            <a:avLst/>
          </a:prstGeom>
          <a:noFill/>
          <a:ln w="9525">
            <a:noFill/>
            <a:miter lim="800000"/>
            <a:headEnd/>
            <a:tailEnd/>
          </a:ln>
        </p:spPr>
      </p:pic>
    </p:spTree>
    <p:extLst>
      <p:ext uri="{BB962C8B-B14F-4D97-AF65-F5344CB8AC3E}">
        <p14:creationId xmlns:p14="http://schemas.microsoft.com/office/powerpoint/2010/main" val="34556855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7425344" y="6646272"/>
            <a:ext cx="984019" cy="187517"/>
          </a:xfrm>
        </p:spPr>
        <p:txBody>
          <a:bodyPr anchor="ctr">
            <a:normAutofit/>
          </a:bodyPr>
          <a:lstStyle/>
          <a:p>
            <a:pPr>
              <a:lnSpc>
                <a:spcPct val="90000"/>
              </a:lnSpc>
              <a:spcAft>
                <a:spcPts val="600"/>
              </a:spcAft>
              <a:defRPr/>
            </a:pPr>
            <a:fld id="{3BD7578B-FDA5-49A9-927E-B5F79B796B65}" type="slidenum">
              <a:rPr lang="en-US" sz="700"/>
              <a:pPr>
                <a:lnSpc>
                  <a:spcPct val="90000"/>
                </a:lnSpc>
                <a:spcAft>
                  <a:spcPts val="600"/>
                </a:spcAft>
                <a:defRPr/>
              </a:pPr>
              <a:t>19</a:t>
            </a:fld>
            <a:endParaRPr lang="en-US" sz="700"/>
          </a:p>
        </p:txBody>
      </p:sp>
      <p:sp>
        <p:nvSpPr>
          <p:cNvPr id="4" name="TextBox 3">
            <a:extLst>
              <a:ext uri="{FF2B5EF4-FFF2-40B4-BE49-F238E27FC236}">
                <a16:creationId xmlns:a16="http://schemas.microsoft.com/office/drawing/2014/main" id="{88C360D8-06EC-45E1-9F03-07203CCB8D4E}"/>
              </a:ext>
            </a:extLst>
          </p:cNvPr>
          <p:cNvSpPr txBox="1"/>
          <p:nvPr/>
        </p:nvSpPr>
        <p:spPr>
          <a:xfrm>
            <a:off x="1721224" y="2286000"/>
            <a:ext cx="5701552"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a:solidFill>
                  <a:srgbClr val="404040"/>
                </a:solidFill>
                <a:cs typeface="Calibri"/>
              </a:rPr>
              <a:t>Any questions? ​</a:t>
            </a:r>
          </a:p>
          <a:p>
            <a:pPr algn="ctr"/>
            <a:r>
              <a:rPr lang="en-US" sz="3600">
                <a:solidFill>
                  <a:srgbClr val="404040"/>
                </a:solidFill>
                <a:cs typeface="Calibri"/>
              </a:rPr>
              <a:t>Please feel free to raise your hands and ask.</a:t>
            </a:r>
          </a:p>
        </p:txBody>
      </p:sp>
      <p:pic>
        <p:nvPicPr>
          <p:cNvPr id="2" name="Picture 2">
            <a:extLst>
              <a:ext uri="{FF2B5EF4-FFF2-40B4-BE49-F238E27FC236}">
                <a16:creationId xmlns:a16="http://schemas.microsoft.com/office/drawing/2014/main" id="{D0711CCF-C1F4-43F6-B9FC-0A5338AB8F85}"/>
              </a:ext>
            </a:extLst>
          </p:cNvPr>
          <p:cNvPicPr>
            <a:picLocks noChangeAspect="1"/>
          </p:cNvPicPr>
          <p:nvPr/>
        </p:nvPicPr>
        <p:blipFill>
          <a:blip r:embed="rId2"/>
          <a:stretch>
            <a:fillRect/>
          </a:stretch>
        </p:blipFill>
        <p:spPr>
          <a:xfrm>
            <a:off x="3915508" y="675881"/>
            <a:ext cx="1299457" cy="1285931"/>
          </a:xfrm>
          <a:prstGeom prst="rect">
            <a:avLst/>
          </a:prstGeom>
        </p:spPr>
      </p:pic>
    </p:spTree>
    <p:extLst>
      <p:ext uri="{BB962C8B-B14F-4D97-AF65-F5344CB8AC3E}">
        <p14:creationId xmlns:p14="http://schemas.microsoft.com/office/powerpoint/2010/main" val="2615860504"/>
      </p:ext>
    </p:extLst>
  </p:cSld>
  <p:clrMapOvr>
    <a:masterClrMapping/>
  </p:clrMapOvr>
</p:sld>
</file>

<file path=ppt/theme/theme1.xml><?xml version="1.0" encoding="utf-8"?>
<a:theme xmlns:a="http://schemas.openxmlformats.org/drawingml/2006/main" name="Theme CPIT 110">
  <a:themeElements>
    <a:clrScheme name="Custom 1">
      <a:dk1>
        <a:srgbClr val="000000"/>
      </a:dk1>
      <a:lt1>
        <a:srgbClr val="FFFFFF"/>
      </a:lt1>
      <a:dk2>
        <a:srgbClr val="455F51"/>
      </a:dk2>
      <a:lt2>
        <a:srgbClr val="E2DFCC"/>
      </a:lt2>
      <a:accent1>
        <a:srgbClr val="99CB38"/>
      </a:accent1>
      <a:accent2>
        <a:srgbClr val="63A537"/>
      </a:accent2>
      <a:accent3>
        <a:srgbClr val="37A76F"/>
      </a:accent3>
      <a:accent4>
        <a:srgbClr val="44C1A3"/>
      </a:accent4>
      <a:accent5>
        <a:srgbClr val="A2B7C0"/>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heme CPIT 110" id="{8B30B5B8-1EAF-4AD4-A47C-55C6155E0564}" vid="{0F986C0D-D438-41BC-BADF-01C576FE679B}"/>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91684B4F51014982BED21342ACE24F" ma:contentTypeVersion="12" ma:contentTypeDescription="Create a new document." ma:contentTypeScope="" ma:versionID="a6d97c19bf0848d1afa7cfd1ece83864">
  <xsd:schema xmlns:xsd="http://www.w3.org/2001/XMLSchema" xmlns:xs="http://www.w3.org/2001/XMLSchema" xmlns:p="http://schemas.microsoft.com/office/2006/metadata/properties" xmlns:ns2="d55b910c-306d-4260-bef9-52053e20f3ad" xmlns:ns3="9c7ea19a-b04b-43f3-b15e-cde561b15e5b" targetNamespace="http://schemas.microsoft.com/office/2006/metadata/properties" ma:root="true" ma:fieldsID="c0bbd26d2dc288229e6760ed0810afc6" ns2:_="" ns3:_="">
    <xsd:import namespace="d55b910c-306d-4260-bef9-52053e20f3ad"/>
    <xsd:import namespace="9c7ea19a-b04b-43f3-b15e-cde561b15e5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5b910c-306d-4260-bef9-52053e20f3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c7ea19a-b04b-43f3-b15e-cde561b15e5b"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198D305-912F-4EDA-B366-83F8180D3B01}">
  <ds:schemaRefs>
    <ds:schemaRef ds:uri="9c7ea19a-b04b-43f3-b15e-cde561b15e5b"/>
    <ds:schemaRef ds:uri="d55b910c-306d-4260-bef9-52053e20f3a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02E0C92-AC64-42CA-94F8-4CA15E127DA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DD0BDFD9-B336-410C-8C70-E8CCE7AD7C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Theme CPIT 110</Template>
  <TotalTime>1262</TotalTime>
  <Words>772</Words>
  <Application>Microsoft Office PowerPoint</Application>
  <PresentationFormat>On-screen Show (4:3)</PresentationFormat>
  <Paragraphs>103</Paragraphs>
  <Slides>19</Slides>
  <Notes>3</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19</vt:i4>
      </vt:variant>
    </vt:vector>
  </HeadingPairs>
  <TitlesOfParts>
    <vt:vector size="34" baseType="lpstr">
      <vt:lpstr>Arial</vt:lpstr>
      <vt:lpstr>Calibri</vt:lpstr>
      <vt:lpstr>Calibri Light</vt:lpstr>
      <vt:lpstr>Consolas</vt:lpstr>
      <vt:lpstr>Eurostile</vt:lpstr>
      <vt:lpstr>Google Sans</vt:lpstr>
      <vt:lpstr>IBM Plex Sans</vt:lpstr>
      <vt:lpstr>inherit</vt:lpstr>
      <vt:lpstr>Times New Roman</vt:lpstr>
      <vt:lpstr>Vollkorn</vt:lpstr>
      <vt:lpstr>Wingdings</vt:lpstr>
      <vt:lpstr>Wingdings 2</vt:lpstr>
      <vt:lpstr>Wingdings 3</vt:lpstr>
      <vt:lpstr>Theme CPIT 110</vt:lpstr>
      <vt:lpstr>Custom Design</vt:lpstr>
      <vt:lpstr>Chapter  5.2 Code Tuning Strategies and Techniques</vt:lpstr>
      <vt:lpstr>Outline</vt:lpstr>
      <vt:lpstr>Expressions</vt:lpstr>
      <vt:lpstr>Expressions</vt:lpstr>
      <vt:lpstr>Expressions</vt:lpstr>
      <vt:lpstr>Expressions</vt:lpstr>
      <vt:lpstr>Expressions</vt:lpstr>
      <vt:lpstr>Expressions</vt:lpstr>
      <vt:lpstr>Expressions</vt:lpstr>
      <vt:lpstr>Expressions</vt:lpstr>
      <vt:lpstr>Data Transformations</vt:lpstr>
      <vt:lpstr>Data Transformations</vt:lpstr>
      <vt:lpstr>Data Transformations</vt:lpstr>
      <vt:lpstr>Data Transformations</vt:lpstr>
      <vt:lpstr>Data Transformations</vt:lpstr>
      <vt:lpstr>Data Transformations</vt:lpstr>
      <vt:lpstr>Data Transformations</vt:lpstr>
      <vt:lpstr>Reading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  Introduction to Problem-Solving</dc:title>
  <dc:creator>Ahmad Tayeb;ajtayeb@kau.edu.sa</dc:creator>
  <cp:lastModifiedBy>Mohammad Dakhilallah Mohammad Alahmadi</cp:lastModifiedBy>
  <cp:revision>31</cp:revision>
  <dcterms:created xsi:type="dcterms:W3CDTF">2019-06-07T16:06:41Z</dcterms:created>
  <dcterms:modified xsi:type="dcterms:W3CDTF">2023-12-15T16:50:44Z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0x0101007D91684B4F51014982BED21342ACE24F</vt:lpwstr>
  </property>
</Properties>
</file>