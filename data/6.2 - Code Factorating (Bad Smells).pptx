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17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77" r:id="rId13"/>
    <p:sldId id="478" r:id="rId14"/>
    <p:sldId id="476" r:id="rId15"/>
    <p:sldId id="41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77"/>
            <p14:sldId id="478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40" autoAdjust="0"/>
    <p:restoredTop sz="94719"/>
  </p:normalViewPr>
  <p:slideViewPr>
    <p:cSldViewPr snapToGrid="0">
      <p:cViewPr varScale="1">
        <p:scale>
          <a:sx n="104" d="100"/>
          <a:sy n="104" d="100"/>
        </p:scale>
        <p:origin x="16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C2293811-3789-4915-895B-04B67DF380B0}"/>
    <pc:docChg chg="modSld">
      <pc:chgData name="Mohammad Dakhilallah Mohammad Alahmadi" userId="9b436a58-7297-423f-8410-66c59c69358a" providerId="ADAL" clId="{C2293811-3789-4915-895B-04B67DF380B0}" dt="2025-07-22T05:27:57.468" v="0" actId="1036"/>
      <pc:docMkLst>
        <pc:docMk/>
      </pc:docMkLst>
      <pc:sldChg chg="modSp mod">
        <pc:chgData name="Mohammad Dakhilallah Mohammad Alahmadi" userId="9b436a58-7297-423f-8410-66c59c69358a" providerId="ADAL" clId="{C2293811-3789-4915-895B-04B67DF380B0}" dt="2025-07-22T05:27:57.468" v="0" actId="1036"/>
        <pc:sldMkLst>
          <pc:docMk/>
          <pc:sldMk cId="2200185959" sldId="477"/>
        </pc:sldMkLst>
        <pc:spChg chg="mod">
          <ac:chgData name="Mohammad Dakhilallah Mohammad Alahmadi" userId="9b436a58-7297-423f-8410-66c59c69358a" providerId="ADAL" clId="{C2293811-3789-4915-895B-04B67DF380B0}" dt="2025-07-22T05:27:57.468" v="0" actId="1036"/>
          <ac:spMkLst>
            <pc:docMk/>
            <pc:sldMk cId="2200185959" sldId="477"/>
            <ac:spMk id="10" creationId="{AA2CE433-AC68-DF2E-B061-A760742B40EB}"/>
          </ac:spMkLst>
        </pc:spChg>
      </pc:sldChg>
    </pc:docChg>
  </pc:docChgLst>
  <pc:docChgLst>
    <pc:chgData name="Mohammad Dakhilallah Mohammad Alahmadi" userId="9b436a58-7297-423f-8410-66c59c69358a" providerId="ADAL" clId="{5F38C85D-C823-4A8F-87B0-FBD7462020C1}"/>
    <pc:docChg chg="undo custSel delSld modSld modSection">
      <pc:chgData name="Mohammad Dakhilallah Mohammad Alahmadi" userId="9b436a58-7297-423f-8410-66c59c69358a" providerId="ADAL" clId="{5F38C85D-C823-4A8F-87B0-FBD7462020C1}" dt="2023-09-09T23:58:25.853" v="504" actId="47"/>
      <pc:docMkLst>
        <pc:docMk/>
      </pc:docMkLst>
      <pc:sldChg chg="modSp mod">
        <pc:chgData name="Mohammad Dakhilallah Mohammad Alahmadi" userId="9b436a58-7297-423f-8410-66c59c69358a" providerId="ADAL" clId="{5F38C85D-C823-4A8F-87B0-FBD7462020C1}" dt="2023-09-09T23:38:08.912" v="26" actId="20577"/>
        <pc:sldMkLst>
          <pc:docMk/>
          <pc:sldMk cId="0" sldId="330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1:23.273" v="83" actId="1076"/>
        <pc:sldMkLst>
          <pc:docMk/>
          <pc:sldMk cId="251095777" sldId="415"/>
        </pc:sldMkLst>
      </pc:sldChg>
      <pc:sldChg chg="modSp mod">
        <pc:chgData name="Mohammad Dakhilallah Mohammad Alahmadi" userId="9b436a58-7297-423f-8410-66c59c69358a" providerId="ADAL" clId="{5F38C85D-C823-4A8F-87B0-FBD7462020C1}" dt="2023-09-09T23:38:48.818" v="29" actId="12"/>
        <pc:sldMkLst>
          <pc:docMk/>
          <pc:sldMk cId="1660404219" sldId="419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39:57.609" v="61" actId="1076"/>
        <pc:sldMkLst>
          <pc:docMk/>
          <pc:sldMk cId="2997704716" sldId="420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0:41.868" v="75" actId="20577"/>
        <pc:sldMkLst>
          <pc:docMk/>
          <pc:sldMk cId="3810758988" sldId="421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2:49.013" v="140" actId="1037"/>
        <pc:sldMkLst>
          <pc:docMk/>
          <pc:sldMk cId="268952856" sldId="465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3:44.449" v="151" actId="1076"/>
        <pc:sldMkLst>
          <pc:docMk/>
          <pc:sldMk cId="91697656" sldId="466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8:26.695" v="204" actId="14100"/>
        <pc:sldMkLst>
          <pc:docMk/>
          <pc:sldMk cId="381756412" sldId="467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8:06.510" v="201" actId="14100"/>
        <pc:sldMkLst>
          <pc:docMk/>
          <pc:sldMk cId="4288430029" sldId="468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7:28.518" v="198" actId="14100"/>
        <pc:sldMkLst>
          <pc:docMk/>
          <pc:sldMk cId="3107751706" sldId="469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50:36.439" v="292" actId="27636"/>
        <pc:sldMkLst>
          <pc:docMk/>
          <pc:sldMk cId="3830405747" sldId="477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52:47.112" v="342" actId="1076"/>
        <pc:sldMkLst>
          <pc:docMk/>
          <pc:sldMk cId="3564204740" sldId="478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55:39.993" v="419" actId="20577"/>
        <pc:sldMkLst>
          <pc:docMk/>
          <pc:sldMk cId="2235681136" sldId="479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57:04.170" v="488" actId="1076"/>
        <pc:sldMkLst>
          <pc:docMk/>
          <pc:sldMk cId="12798721" sldId="480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58:11.425" v="500" actId="1076"/>
        <pc:sldMkLst>
          <pc:docMk/>
          <pc:sldMk cId="1425169577" sldId="481"/>
        </pc:sldMkLst>
      </pc:sldChg>
      <pc:sldChg chg="del">
        <pc:chgData name="Mohammad Dakhilallah Mohammad Alahmadi" userId="9b436a58-7297-423f-8410-66c59c69358a" providerId="ADAL" clId="{5F38C85D-C823-4A8F-87B0-FBD7462020C1}" dt="2023-09-09T23:58:19.829" v="501" actId="47"/>
        <pc:sldMkLst>
          <pc:docMk/>
          <pc:sldMk cId="1071862721" sldId="482"/>
        </pc:sldMkLst>
      </pc:sldChg>
      <pc:sldChg chg="del">
        <pc:chgData name="Mohammad Dakhilallah Mohammad Alahmadi" userId="9b436a58-7297-423f-8410-66c59c69358a" providerId="ADAL" clId="{5F38C85D-C823-4A8F-87B0-FBD7462020C1}" dt="2023-09-09T23:58:25.853" v="504" actId="47"/>
        <pc:sldMkLst>
          <pc:docMk/>
          <pc:sldMk cId="1133173803" sldId="483"/>
        </pc:sldMkLst>
      </pc:sldChg>
      <pc:sldChg chg="del">
        <pc:chgData name="Mohammad Dakhilallah Mohammad Alahmadi" userId="9b436a58-7297-423f-8410-66c59c69358a" providerId="ADAL" clId="{5F38C85D-C823-4A8F-87B0-FBD7462020C1}" dt="2023-09-09T23:58:23.808" v="503" actId="47"/>
        <pc:sldMkLst>
          <pc:docMk/>
          <pc:sldMk cId="769152356" sldId="484"/>
        </pc:sldMkLst>
      </pc:sldChg>
      <pc:sldChg chg="del">
        <pc:chgData name="Mohammad Dakhilallah Mohammad Alahmadi" userId="9b436a58-7297-423f-8410-66c59c69358a" providerId="ADAL" clId="{5F38C85D-C823-4A8F-87B0-FBD7462020C1}" dt="2023-09-09T23:58:22.503" v="502" actId="47"/>
        <pc:sldMkLst>
          <pc:docMk/>
          <pc:sldMk cId="1452780863" sldId="485"/>
        </pc:sldMkLst>
      </pc:sldChg>
    </pc:docChg>
  </pc:docChgLst>
  <pc:docChgLst>
    <pc:chgData name="Mohammad Dakhilallah Mohammad Alahmadi" userId="9b436a58-7297-423f-8410-66c59c69358a" providerId="ADAL" clId="{75AC3F97-DF47-4055-8930-7441AE7BEB5A}"/>
    <pc:docChg chg="undo custSel addSld delSld modSld modSection">
      <pc:chgData name="Mohammad Dakhilallah Mohammad Alahmadi" userId="9b436a58-7297-423f-8410-66c59c69358a" providerId="ADAL" clId="{75AC3F97-DF47-4055-8930-7441AE7BEB5A}" dt="2023-12-15T16:20:04.781" v="185" actId="1076"/>
      <pc:docMkLst>
        <pc:docMk/>
      </pc:docMkLst>
      <pc:sldChg chg="modSp mod">
        <pc:chgData name="Mohammad Dakhilallah Mohammad Alahmadi" userId="9b436a58-7297-423f-8410-66c59c69358a" providerId="ADAL" clId="{75AC3F97-DF47-4055-8930-7441AE7BEB5A}" dt="2023-09-10T00:00:12.445" v="1" actId="20577"/>
        <pc:sldMkLst>
          <pc:docMk/>
          <pc:sldMk cId="0" sldId="330"/>
        </pc:sldMkLst>
      </pc:sldChg>
      <pc:sldChg chg="addSp delSp modSp mod">
        <pc:chgData name="Mohammad Dakhilallah Mohammad Alahmadi" userId="9b436a58-7297-423f-8410-66c59c69358a" providerId="ADAL" clId="{75AC3F97-DF47-4055-8930-7441AE7BEB5A}" dt="2023-09-10T00:12:43.884" v="119" actId="1076"/>
        <pc:sldMkLst>
          <pc:docMk/>
          <pc:sldMk cId="251095777" sldId="415"/>
        </pc:sldMkLst>
      </pc:sldChg>
      <pc:sldChg chg="modSp mod">
        <pc:chgData name="Mohammad Dakhilallah Mohammad Alahmadi" userId="9b436a58-7297-423f-8410-66c59c69358a" providerId="ADAL" clId="{75AC3F97-DF47-4055-8930-7441AE7BEB5A}" dt="2023-09-10T00:06:50.214" v="4" actId="12"/>
        <pc:sldMkLst>
          <pc:docMk/>
          <pc:sldMk cId="1660404219" sldId="419"/>
        </pc:sldMkLst>
      </pc:sldChg>
      <pc:sldChg chg="addSp delSp modSp mod">
        <pc:chgData name="Mohammad Dakhilallah Mohammad Alahmadi" userId="9b436a58-7297-423f-8410-66c59c69358a" providerId="ADAL" clId="{75AC3F97-DF47-4055-8930-7441AE7BEB5A}" dt="2023-09-10T00:08:28.470" v="106" actId="1076"/>
        <pc:sldMkLst>
          <pc:docMk/>
          <pc:sldMk cId="2997704716" sldId="420"/>
        </pc:sldMkLst>
      </pc:sldChg>
      <pc:sldChg chg="delSp modSp mod">
        <pc:chgData name="Mohammad Dakhilallah Mohammad Alahmadi" userId="9b436a58-7297-423f-8410-66c59c69358a" providerId="ADAL" clId="{75AC3F97-DF47-4055-8930-7441AE7BEB5A}" dt="2023-09-10T00:09:01.193" v="112" actId="12"/>
        <pc:sldMkLst>
          <pc:docMk/>
          <pc:sldMk cId="3810758988" sldId="421"/>
        </pc:sldMkLst>
      </pc:sldChg>
      <pc:sldChg chg="del">
        <pc:chgData name="Mohammad Dakhilallah Mohammad Alahmadi" userId="9b436a58-7297-423f-8410-66c59c69358a" providerId="ADAL" clId="{75AC3F97-DF47-4055-8930-7441AE7BEB5A}" dt="2023-10-14T00:15:16.705" v="182" actId="47"/>
        <pc:sldMkLst>
          <pc:docMk/>
          <pc:sldMk cId="2586610191" sldId="423"/>
        </pc:sldMkLst>
      </pc:sldChg>
      <pc:sldChg chg="addSp delSp modSp mod">
        <pc:chgData name="Mohammad Dakhilallah Mohammad Alahmadi" userId="9b436a58-7297-423f-8410-66c59c69358a" providerId="ADAL" clId="{75AC3F97-DF47-4055-8930-7441AE7BEB5A}" dt="2023-12-15T16:20:04.781" v="185" actId="1076"/>
        <pc:sldMkLst>
          <pc:docMk/>
          <pc:sldMk cId="268952856" sldId="465"/>
        </pc:sldMkLst>
      </pc:sldChg>
      <pc:sldChg chg="addSp delSp modSp add del mod">
        <pc:chgData name="Mohammad Dakhilallah Mohammad Alahmadi" userId="9b436a58-7297-423f-8410-66c59c69358a" providerId="ADAL" clId="{75AC3F97-DF47-4055-8930-7441AE7BEB5A}" dt="2023-11-07T23:26:34.935" v="184" actId="478"/>
        <pc:sldMkLst>
          <pc:docMk/>
          <pc:sldMk cId="91697656" sldId="466"/>
        </pc:sldMkLst>
      </pc:sldChg>
      <pc:sldChg chg="add del">
        <pc:chgData name="Mohammad Dakhilallah Mohammad Alahmadi" userId="9b436a58-7297-423f-8410-66c59c69358a" providerId="ADAL" clId="{75AC3F97-DF47-4055-8930-7441AE7BEB5A}" dt="2023-09-10T00:14:55.929" v="160" actId="47"/>
        <pc:sldMkLst>
          <pc:docMk/>
          <pc:sldMk cId="381756412" sldId="467"/>
        </pc:sldMkLst>
      </pc:sldChg>
      <pc:sldChg chg="del">
        <pc:chgData name="Mohammad Dakhilallah Mohammad Alahmadi" userId="9b436a58-7297-423f-8410-66c59c69358a" providerId="ADAL" clId="{75AC3F97-DF47-4055-8930-7441AE7BEB5A}" dt="2023-09-10T00:14:57.285" v="161" actId="47"/>
        <pc:sldMkLst>
          <pc:docMk/>
          <pc:sldMk cId="4288430029" sldId="468"/>
        </pc:sldMkLst>
      </pc:sldChg>
      <pc:sldChg chg="del">
        <pc:chgData name="Mohammad Dakhilallah Mohammad Alahmadi" userId="9b436a58-7297-423f-8410-66c59c69358a" providerId="ADAL" clId="{75AC3F97-DF47-4055-8930-7441AE7BEB5A}" dt="2023-09-10T00:14:58.484" v="162" actId="47"/>
        <pc:sldMkLst>
          <pc:docMk/>
          <pc:sldMk cId="3107751706" sldId="469"/>
        </pc:sldMkLst>
      </pc:sldChg>
      <pc:sldChg chg="addSp delSp modSp add mod">
        <pc:chgData name="Mohammad Dakhilallah Mohammad Alahmadi" userId="9b436a58-7297-423f-8410-66c59c69358a" providerId="ADAL" clId="{75AC3F97-DF47-4055-8930-7441AE7BEB5A}" dt="2023-09-10T00:15:28.403" v="177" actId="1076"/>
        <pc:sldMkLst>
          <pc:docMk/>
          <pc:sldMk cId="2200185959" sldId="477"/>
        </pc:sldMkLst>
      </pc:sldChg>
      <pc:sldChg chg="del">
        <pc:chgData name="Mohammad Dakhilallah Mohammad Alahmadi" userId="9b436a58-7297-423f-8410-66c59c69358a" providerId="ADAL" clId="{75AC3F97-DF47-4055-8930-7441AE7BEB5A}" dt="2023-09-10T00:14:59.650" v="163" actId="47"/>
        <pc:sldMkLst>
          <pc:docMk/>
          <pc:sldMk cId="3830405747" sldId="477"/>
        </pc:sldMkLst>
      </pc:sldChg>
      <pc:sldChg chg="addSp delSp modSp add mod">
        <pc:chgData name="Mohammad Dakhilallah Mohammad Alahmadi" userId="9b436a58-7297-423f-8410-66c59c69358a" providerId="ADAL" clId="{75AC3F97-DF47-4055-8930-7441AE7BEB5A}" dt="2023-09-10T00:15:53.306" v="181" actId="1076"/>
        <pc:sldMkLst>
          <pc:docMk/>
          <pc:sldMk cId="2635161753" sldId="478"/>
        </pc:sldMkLst>
      </pc:sldChg>
      <pc:sldChg chg="del">
        <pc:chgData name="Mohammad Dakhilallah Mohammad Alahmadi" userId="9b436a58-7297-423f-8410-66c59c69358a" providerId="ADAL" clId="{75AC3F97-DF47-4055-8930-7441AE7BEB5A}" dt="2023-09-10T00:15:00.606" v="164" actId="47"/>
        <pc:sldMkLst>
          <pc:docMk/>
          <pc:sldMk cId="3564204740" sldId="478"/>
        </pc:sldMkLst>
      </pc:sldChg>
      <pc:sldChg chg="del">
        <pc:chgData name="Mohammad Dakhilallah Mohammad Alahmadi" userId="9b436a58-7297-423f-8410-66c59c69358a" providerId="ADAL" clId="{75AC3F97-DF47-4055-8930-7441AE7BEB5A}" dt="2023-09-10T00:15:01.751" v="165" actId="47"/>
        <pc:sldMkLst>
          <pc:docMk/>
          <pc:sldMk cId="2235681136" sldId="479"/>
        </pc:sldMkLst>
      </pc:sldChg>
      <pc:sldChg chg="del">
        <pc:chgData name="Mohammad Dakhilallah Mohammad Alahmadi" userId="9b436a58-7297-423f-8410-66c59c69358a" providerId="ADAL" clId="{75AC3F97-DF47-4055-8930-7441AE7BEB5A}" dt="2023-09-10T00:15:02.724" v="166" actId="47"/>
        <pc:sldMkLst>
          <pc:docMk/>
          <pc:sldMk cId="12798721" sldId="480"/>
        </pc:sldMkLst>
      </pc:sldChg>
      <pc:sldChg chg="del">
        <pc:chgData name="Mohammad Dakhilallah Mohammad Alahmadi" userId="9b436a58-7297-423f-8410-66c59c69358a" providerId="ADAL" clId="{75AC3F97-DF47-4055-8930-7441AE7BEB5A}" dt="2023-09-10T00:15:03.699" v="167" actId="47"/>
        <pc:sldMkLst>
          <pc:docMk/>
          <pc:sldMk cId="1425169577" sldId="4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6.2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  <a:cs typeface="Calibri Light"/>
              </a:rPr>
              <a:t>Code Refactoring (Bad Smells)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lvl="0" indent="-188595">
              <a:spcBef>
                <a:spcPts val="59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Simplifying Conditional Expressions</a:t>
            </a:r>
            <a:endParaRPr lang="en-GB" sz="2600" spc="-8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656273" lvl="2" indent="-188595">
              <a:spcBef>
                <a:spcPts val="594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Decompose Conditional</a:t>
            </a:r>
            <a:endParaRPr lang="en-GB" sz="2400" spc="-8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656273" lvl="2" indent="-188595">
              <a:spcBef>
                <a:spcPts val="594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Consolidate Conditional Expression</a:t>
            </a:r>
            <a:endParaRPr lang="en-GB" sz="2400" spc="-8" dirty="0">
              <a:solidFill>
                <a:schemeClr val="tx1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Decompose Conditional</a:t>
            </a:r>
            <a:endParaRPr lang="en-US" sz="27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4BAEF2-7364-3F83-DA6E-176B7E1DA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indent="-188595">
              <a:spcBef>
                <a:spcPts val="85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You have a complicated conditional (if-then-else) statement.</a:t>
            </a:r>
          </a:p>
          <a:p>
            <a:pPr marL="199073" indent="-188595">
              <a:spcBef>
                <a:spcPts val="77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Extract methods from the condition, then part, and else parts.</a:t>
            </a:r>
          </a:p>
        </p:txBody>
      </p:sp>
      <p:pic>
        <p:nvPicPr>
          <p:cNvPr id="4" name="Picture 2" descr="Knowing when it's time to refactor your code - Clubhouse">
            <a:extLst>
              <a:ext uri="{FF2B5EF4-FFF2-40B4-BE49-F238E27FC236}">
                <a16:creationId xmlns:a16="http://schemas.microsoft.com/office/drawing/2014/main" id="{F174BA1A-4851-55EF-4054-4F4297DA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4153" y="2845567"/>
            <a:ext cx="6553200" cy="35857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Decompose Conditional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498236D-50AE-CE4D-A580-2AF3A83B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marR="4191" indent="-188595">
              <a:spcBef>
                <a:spcPts val="990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Motivation</a:t>
            </a:r>
          </a:p>
          <a:p>
            <a:pPr marL="656273" marR="4191" lvl="1" indent="-188595">
              <a:spcBef>
                <a:spcPts val="990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As with any large block of code, you can make your intention clearer by  decomposing it and replacing chunks of code with a method call named after the intention of that block of code.</a:t>
            </a:r>
          </a:p>
          <a:p>
            <a:pPr marL="656273" marR="409146" lvl="1" indent="-188595">
              <a:spcBef>
                <a:spcPts val="820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With conditions you can receive further benefit by doing this for the conditional part and each of the alternatives.</a:t>
            </a:r>
          </a:p>
          <a:p>
            <a:pPr marL="656273" marR="304371" lvl="1" indent="-188595">
              <a:spcBef>
                <a:spcPts val="903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This way you highlight the condition and make it clearly what you are branching on.</a:t>
            </a:r>
          </a:p>
          <a:p>
            <a:pPr marL="656273" lvl="1" indent="-188595">
              <a:spcBef>
                <a:spcPts val="726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You also highlight the reason for the branching.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Decompose Conditional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0E6E638-B2BE-75CE-F728-FD5CB27E87C0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latin typeface="+mn-lt"/>
                <a:cs typeface="Calibri"/>
              </a:rPr>
              <a:t>Mechanics</a:t>
            </a:r>
          </a:p>
          <a:p>
            <a:pPr marL="656273" lvl="1" indent="-188595">
              <a:spcBef>
                <a:spcPts val="870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latin typeface="+mn-lt"/>
                <a:cs typeface="Calibri"/>
              </a:rPr>
              <a:t>Extract the condition into its own method.</a:t>
            </a:r>
          </a:p>
          <a:p>
            <a:pPr marL="656273" lvl="1" indent="-188595">
              <a:spcBef>
                <a:spcPts val="693"/>
              </a:spcBef>
              <a:buClr>
                <a:srgbClr val="0070C0"/>
              </a:buClr>
              <a:buFont typeface="Arial"/>
              <a:buChar char="•"/>
              <a:tabLst>
                <a:tab pos="199073" algn="l"/>
              </a:tabLst>
            </a:pPr>
            <a:r>
              <a:rPr lang="en-US" sz="2400" spc="-8" dirty="0">
                <a:latin typeface="+mn-lt"/>
                <a:cs typeface="Calibri"/>
              </a:rPr>
              <a:t>Extract the then part and the else part into their own methods.</a:t>
            </a:r>
          </a:p>
        </p:txBody>
      </p:sp>
      <p:pic>
        <p:nvPicPr>
          <p:cNvPr id="4" name="Picture 3" descr="Nerd1">
            <a:extLst>
              <a:ext uri="{FF2B5EF4-FFF2-40B4-BE49-F238E27FC236}">
                <a16:creationId xmlns:a16="http://schemas.microsoft.com/office/drawing/2014/main" id="{C72DBB8E-6D11-3A97-4941-B3CDAF89B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12633" y="3097901"/>
            <a:ext cx="2860675" cy="331638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Decompose Conditional</a:t>
            </a:r>
            <a:endParaRPr lang="en-US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E43F44B-4FE3-8811-792E-EFAE5C1FC549}"/>
              </a:ext>
            </a:extLst>
          </p:cNvPr>
          <p:cNvSpPr/>
          <p:nvPr/>
        </p:nvSpPr>
        <p:spPr>
          <a:xfrm>
            <a:off x="902056" y="2057400"/>
            <a:ext cx="7802804" cy="849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9FA054F-E578-DC27-99B8-1362184E0917}"/>
              </a:ext>
            </a:extLst>
          </p:cNvPr>
          <p:cNvSpPr/>
          <p:nvPr/>
        </p:nvSpPr>
        <p:spPr>
          <a:xfrm>
            <a:off x="1691640" y="3264408"/>
            <a:ext cx="5936971" cy="2645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66104E1-AA90-F73E-FE28-18F1C180E588}"/>
              </a:ext>
            </a:extLst>
          </p:cNvPr>
          <p:cNvSpPr/>
          <p:nvPr/>
        </p:nvSpPr>
        <p:spPr>
          <a:xfrm>
            <a:off x="7917353" y="3429000"/>
            <a:ext cx="665845" cy="819341"/>
          </a:xfrm>
          <a:custGeom>
            <a:avLst/>
            <a:gdLst/>
            <a:ahLst/>
            <a:cxnLst/>
            <a:rect l="l" t="t" r="r" b="b"/>
            <a:pathLst>
              <a:path w="807084" h="993139">
                <a:moveTo>
                  <a:pt x="0" y="505879"/>
                </a:moveTo>
                <a:lnTo>
                  <a:pt x="154323" y="594977"/>
                </a:lnTo>
                <a:lnTo>
                  <a:pt x="497833" y="0"/>
                </a:lnTo>
                <a:lnTo>
                  <a:pt x="806480" y="178197"/>
                </a:lnTo>
                <a:lnTo>
                  <a:pt x="462969" y="773174"/>
                </a:lnTo>
                <a:lnTo>
                  <a:pt x="617291" y="862273"/>
                </a:lnTo>
                <a:lnTo>
                  <a:pt x="130451" y="992718"/>
                </a:lnTo>
                <a:lnTo>
                  <a:pt x="0" y="505879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Consolidate Conditional Expression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D002F65-E76E-BA34-5EBD-2C09B68F54E9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You have a sequence of conditional tests with the same result.</a:t>
            </a:r>
          </a:p>
          <a:p>
            <a:pPr marL="199073" indent="-188595"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Combine them into a single conditional expression and extract it.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7FDC96DB-6F11-84A5-929C-B39FD20D7BEF}"/>
              </a:ext>
            </a:extLst>
          </p:cNvPr>
          <p:cNvSpPr/>
          <p:nvPr/>
        </p:nvSpPr>
        <p:spPr>
          <a:xfrm>
            <a:off x="1692326" y="3061869"/>
            <a:ext cx="6017438" cy="12019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4D0AB6E-A193-D8B5-D3B6-1524F149FF52}"/>
              </a:ext>
            </a:extLst>
          </p:cNvPr>
          <p:cNvSpPr/>
          <p:nvPr/>
        </p:nvSpPr>
        <p:spPr>
          <a:xfrm>
            <a:off x="1692326" y="5106238"/>
            <a:ext cx="6017438" cy="7015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C850A977-1276-6F9A-721F-97DC769E0CAA}"/>
              </a:ext>
            </a:extLst>
          </p:cNvPr>
          <p:cNvSpPr/>
          <p:nvPr/>
        </p:nvSpPr>
        <p:spPr>
          <a:xfrm>
            <a:off x="4406815" y="4263092"/>
            <a:ext cx="588312" cy="732377"/>
          </a:xfrm>
          <a:custGeom>
            <a:avLst/>
            <a:gdLst/>
            <a:ahLst/>
            <a:cxnLst/>
            <a:rect l="l" t="t" r="r" b="b"/>
            <a:pathLst>
              <a:path w="713104" h="887729">
                <a:moveTo>
                  <a:pt x="712787" y="530898"/>
                </a:moveTo>
                <a:lnTo>
                  <a:pt x="0" y="530898"/>
                </a:lnTo>
                <a:lnTo>
                  <a:pt x="356400" y="887298"/>
                </a:lnTo>
                <a:lnTo>
                  <a:pt x="712787" y="530898"/>
                </a:lnTo>
                <a:close/>
              </a:path>
              <a:path w="713104" h="887729">
                <a:moveTo>
                  <a:pt x="534593" y="0"/>
                </a:moveTo>
                <a:lnTo>
                  <a:pt x="178206" y="0"/>
                </a:lnTo>
                <a:lnTo>
                  <a:pt x="178206" y="530898"/>
                </a:lnTo>
                <a:lnTo>
                  <a:pt x="534593" y="530898"/>
                </a:lnTo>
                <a:lnTo>
                  <a:pt x="534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07DD15A-547F-03B3-7EC4-CDE226BDE0F0}"/>
              </a:ext>
            </a:extLst>
          </p:cNvPr>
          <p:cNvSpPr/>
          <p:nvPr/>
        </p:nvSpPr>
        <p:spPr>
          <a:xfrm>
            <a:off x="1738046" y="3125877"/>
            <a:ext cx="6017438" cy="12019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BCCA5AA-9BEF-A1C2-4DBF-FD5226C4A5D8}"/>
              </a:ext>
            </a:extLst>
          </p:cNvPr>
          <p:cNvSpPr/>
          <p:nvPr/>
        </p:nvSpPr>
        <p:spPr>
          <a:xfrm>
            <a:off x="1738046" y="5170246"/>
            <a:ext cx="6017438" cy="7015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Consolidate Conditional Expression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A2CE433-AC68-DF2E-B061-A760742B40EB}"/>
              </a:ext>
            </a:extLst>
          </p:cNvPr>
          <p:cNvSpPr/>
          <p:nvPr/>
        </p:nvSpPr>
        <p:spPr>
          <a:xfrm>
            <a:off x="1868805" y="1630824"/>
            <a:ext cx="5645276" cy="2356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FB1DA3B-8901-3351-B073-97F3A9F8C3E2}"/>
              </a:ext>
            </a:extLst>
          </p:cNvPr>
          <p:cNvSpPr/>
          <p:nvPr/>
        </p:nvSpPr>
        <p:spPr>
          <a:xfrm>
            <a:off x="4397990" y="3986887"/>
            <a:ext cx="588312" cy="732377"/>
          </a:xfrm>
          <a:custGeom>
            <a:avLst/>
            <a:gdLst/>
            <a:ahLst/>
            <a:cxnLst/>
            <a:rect l="l" t="t" r="r" b="b"/>
            <a:pathLst>
              <a:path w="713104" h="887729">
                <a:moveTo>
                  <a:pt x="712787" y="530885"/>
                </a:moveTo>
                <a:lnTo>
                  <a:pt x="0" y="530885"/>
                </a:lnTo>
                <a:lnTo>
                  <a:pt x="356387" y="887285"/>
                </a:lnTo>
                <a:lnTo>
                  <a:pt x="712787" y="530885"/>
                </a:lnTo>
                <a:close/>
              </a:path>
              <a:path w="713104" h="887729">
                <a:moveTo>
                  <a:pt x="534581" y="0"/>
                </a:moveTo>
                <a:lnTo>
                  <a:pt x="178193" y="0"/>
                </a:lnTo>
                <a:lnTo>
                  <a:pt x="178193" y="530885"/>
                </a:lnTo>
                <a:lnTo>
                  <a:pt x="534581" y="530885"/>
                </a:lnTo>
                <a:lnTo>
                  <a:pt x="5345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C53FAA30-DB89-B311-169B-DF6F415D8395}"/>
              </a:ext>
            </a:extLst>
          </p:cNvPr>
          <p:cNvSpPr/>
          <p:nvPr/>
        </p:nvSpPr>
        <p:spPr>
          <a:xfrm>
            <a:off x="1868805" y="4765670"/>
            <a:ext cx="5645276" cy="1322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018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Simplifying Conditional Expression – </a:t>
            </a:r>
            <a:r>
              <a:rPr lang="en-US" sz="2700" b="1" dirty="0">
                <a:solidFill>
                  <a:schemeClr val="tx1"/>
                </a:solidFill>
              </a:rPr>
              <a:t>Consolidate Conditional Expression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0C00D68-BDCC-E2B2-8DA7-C1F66F1D6BCC}"/>
              </a:ext>
            </a:extLst>
          </p:cNvPr>
          <p:cNvSpPr/>
          <p:nvPr/>
        </p:nvSpPr>
        <p:spPr>
          <a:xfrm>
            <a:off x="1553219" y="4932313"/>
            <a:ext cx="6447434" cy="1118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A2365DDF-A692-0981-09EF-76E86F0EA4C2}"/>
              </a:ext>
            </a:extLst>
          </p:cNvPr>
          <p:cNvSpPr/>
          <p:nvPr/>
        </p:nvSpPr>
        <p:spPr>
          <a:xfrm>
            <a:off x="1744863" y="1859550"/>
            <a:ext cx="5680481" cy="19387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C30E90C4-C25C-754A-1612-3507F25DDFCD}"/>
              </a:ext>
            </a:extLst>
          </p:cNvPr>
          <p:cNvSpPr/>
          <p:nvPr/>
        </p:nvSpPr>
        <p:spPr>
          <a:xfrm>
            <a:off x="4266546" y="3810844"/>
            <a:ext cx="588312" cy="990648"/>
          </a:xfrm>
          <a:custGeom>
            <a:avLst/>
            <a:gdLst/>
            <a:ahLst/>
            <a:cxnLst/>
            <a:rect l="l" t="t" r="r" b="b"/>
            <a:pathLst>
              <a:path w="713104" h="1200785">
                <a:moveTo>
                  <a:pt x="712787" y="843927"/>
                </a:moveTo>
                <a:lnTo>
                  <a:pt x="0" y="843927"/>
                </a:lnTo>
                <a:lnTo>
                  <a:pt x="356400" y="1200327"/>
                </a:lnTo>
                <a:lnTo>
                  <a:pt x="712787" y="843927"/>
                </a:lnTo>
                <a:close/>
              </a:path>
              <a:path w="713104" h="1200785">
                <a:moveTo>
                  <a:pt x="534593" y="0"/>
                </a:moveTo>
                <a:lnTo>
                  <a:pt x="178193" y="0"/>
                </a:lnTo>
                <a:lnTo>
                  <a:pt x="178193" y="843927"/>
                </a:lnTo>
                <a:lnTo>
                  <a:pt x="534593" y="843927"/>
                </a:lnTo>
                <a:lnTo>
                  <a:pt x="534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5161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Chapter 26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1333</TotalTime>
  <Words>269</Words>
  <Application>Microsoft Office PowerPoint</Application>
  <PresentationFormat>On-screen Show (4:3)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Eurostile</vt:lpstr>
      <vt:lpstr>Wingdings</vt:lpstr>
      <vt:lpstr>Wingdings 2</vt:lpstr>
      <vt:lpstr>Wingdings 3</vt:lpstr>
      <vt:lpstr>Theme CPIT 110</vt:lpstr>
      <vt:lpstr>Custom Design</vt:lpstr>
      <vt:lpstr>Chapter  6.2 Code Refactoring (Bad Smells)</vt:lpstr>
      <vt:lpstr>Outline</vt:lpstr>
      <vt:lpstr>Simplifying Conditional Expression – Decompose Conditional</vt:lpstr>
      <vt:lpstr>Simplifying Conditional Expression – Decompose Conditional</vt:lpstr>
      <vt:lpstr>Simplifying Conditional Expression – Decompose Conditional</vt:lpstr>
      <vt:lpstr>Simplifying Conditional Expression – Decompose Conditional</vt:lpstr>
      <vt:lpstr>Simplifying Conditional Expression – Consolidate Conditional Expression</vt:lpstr>
      <vt:lpstr>Simplifying Conditional Expression – Consolidate Conditional Expression</vt:lpstr>
      <vt:lpstr>Simplifying Conditional Expression – Consolidate Conditional Expression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34</cp:revision>
  <dcterms:created xsi:type="dcterms:W3CDTF">2019-06-07T16:06:41Z</dcterms:created>
  <dcterms:modified xsi:type="dcterms:W3CDTF">2025-07-22T05:28:08Z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