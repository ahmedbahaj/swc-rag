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3"/>
  </p:notesMasterIdLst>
  <p:sldIdLst>
    <p:sldId id="330" r:id="rId6"/>
    <p:sldId id="419" r:id="rId7"/>
    <p:sldId id="420" r:id="rId8"/>
    <p:sldId id="421" r:id="rId9"/>
    <p:sldId id="415" r:id="rId10"/>
    <p:sldId id="465" r:id="rId11"/>
    <p:sldId id="466" r:id="rId12"/>
    <p:sldId id="467" r:id="rId13"/>
    <p:sldId id="468" r:id="rId14"/>
    <p:sldId id="469" r:id="rId15"/>
    <p:sldId id="477" r:id="rId16"/>
    <p:sldId id="478" r:id="rId17"/>
    <p:sldId id="479" r:id="rId18"/>
    <p:sldId id="480" r:id="rId19"/>
    <p:sldId id="481" r:id="rId20"/>
    <p:sldId id="476" r:id="rId21"/>
    <p:sldId id="41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19"/>
            <p14:sldId id="420"/>
            <p14:sldId id="421"/>
            <p14:sldId id="415"/>
            <p14:sldId id="465"/>
            <p14:sldId id="466"/>
            <p14:sldId id="467"/>
            <p14:sldId id="468"/>
            <p14:sldId id="469"/>
            <p14:sldId id="477"/>
            <p14:sldId id="478"/>
            <p14:sldId id="479"/>
            <p14:sldId id="480"/>
            <p14:sldId id="481"/>
            <p14:sldId id="476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8C85D-C823-4A8F-87B0-FBD7462020C1}" v="25" dt="2024-05-06T05:44:43.2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0" autoAdjust="0"/>
    <p:restoredTop sz="94719"/>
  </p:normalViewPr>
  <p:slideViewPr>
    <p:cSldViewPr snapToGrid="0">
      <p:cViewPr varScale="1">
        <p:scale>
          <a:sx n="104" d="100"/>
          <a:sy n="104" d="100"/>
        </p:scale>
        <p:origin x="16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5F38C85D-C823-4A8F-87B0-FBD7462020C1}"/>
    <pc:docChg chg="undo custSel delSld modSld modSection">
      <pc:chgData name="Mohammad Dakhilallah Mohammad Alahmadi" userId="9b436a58-7297-423f-8410-66c59c69358a" providerId="ADAL" clId="{5F38C85D-C823-4A8F-87B0-FBD7462020C1}" dt="2024-05-06T05:44:44.683" v="511" actId="1076"/>
      <pc:docMkLst>
        <pc:docMk/>
      </pc:docMkLst>
      <pc:sldChg chg="modSp mod">
        <pc:chgData name="Mohammad Dakhilallah Mohammad Alahmadi" userId="9b436a58-7297-423f-8410-66c59c69358a" providerId="ADAL" clId="{5F38C85D-C823-4A8F-87B0-FBD7462020C1}" dt="2023-09-09T23:38:08.912" v="26" actId="20577"/>
        <pc:sldMkLst>
          <pc:docMk/>
          <pc:sldMk cId="0" sldId="330"/>
        </pc:sldMkLst>
        <pc:spChg chg="mod">
          <ac:chgData name="Mohammad Dakhilallah Mohammad Alahmadi" userId="9b436a58-7297-423f-8410-66c59c69358a" providerId="ADAL" clId="{5F38C85D-C823-4A8F-87B0-FBD7462020C1}" dt="2023-09-09T23:38:08.912" v="26" actId="20577"/>
          <ac:spMkLst>
            <pc:docMk/>
            <pc:sldMk cId="0" sldId="330"/>
            <ac:spMk id="4098" creationId="{5F092033-53A0-4557-BC8C-EDF7C4004F50}"/>
          </ac:spMkLst>
        </pc:spChg>
      </pc:sldChg>
      <pc:sldChg chg="addSp delSp modSp mod">
        <pc:chgData name="Mohammad Dakhilallah Mohammad Alahmadi" userId="9b436a58-7297-423f-8410-66c59c69358a" providerId="ADAL" clId="{5F38C85D-C823-4A8F-87B0-FBD7462020C1}" dt="2023-09-09T23:41:23.273" v="83" actId="1076"/>
        <pc:sldMkLst>
          <pc:docMk/>
          <pc:sldMk cId="251095777" sldId="415"/>
        </pc:sldMkLst>
        <pc:spChg chg="mod">
          <ac:chgData name="Mohammad Dakhilallah Mohammad Alahmadi" userId="9b436a58-7297-423f-8410-66c59c69358a" providerId="ADAL" clId="{5F38C85D-C823-4A8F-87B0-FBD7462020C1}" dt="2023-09-09T23:41:15.069" v="81" actId="12"/>
          <ac:spMkLst>
            <pc:docMk/>
            <pc:sldMk cId="251095777" sldId="415"/>
            <ac:spMk id="3" creationId="{40E6E638-B2BE-75CE-F728-FD5CB27E87C0}"/>
          </ac:spMkLst>
        </pc:spChg>
        <pc:spChg chg="mod">
          <ac:chgData name="Mohammad Dakhilallah Mohammad Alahmadi" userId="9b436a58-7297-423f-8410-66c59c69358a" providerId="ADAL" clId="{5F38C85D-C823-4A8F-87B0-FBD7462020C1}" dt="2023-09-09T23:40:49.172" v="76"/>
          <ac:spMkLst>
            <pc:docMk/>
            <pc:sldMk cId="251095777" sldId="415"/>
            <ac:spMk id="9218" creationId="{00000000-0000-0000-0000-000000000000}"/>
          </ac:spMkLst>
        </pc:spChg>
        <pc:picChg chg="add mod">
          <ac:chgData name="Mohammad Dakhilallah Mohammad Alahmadi" userId="9b436a58-7297-423f-8410-66c59c69358a" providerId="ADAL" clId="{5F38C85D-C823-4A8F-87B0-FBD7462020C1}" dt="2023-09-09T23:41:23.273" v="83" actId="1076"/>
          <ac:picMkLst>
            <pc:docMk/>
            <pc:sldMk cId="251095777" sldId="415"/>
            <ac:picMk id="2" creationId="{FA4722D0-CEA1-2E46-189F-B28483B25964}"/>
          </ac:picMkLst>
        </pc:picChg>
        <pc:picChg chg="del">
          <ac:chgData name="Mohammad Dakhilallah Mohammad Alahmadi" userId="9b436a58-7297-423f-8410-66c59c69358a" providerId="ADAL" clId="{5F38C85D-C823-4A8F-87B0-FBD7462020C1}" dt="2023-09-09T23:40:51.303" v="77" actId="478"/>
          <ac:picMkLst>
            <pc:docMk/>
            <pc:sldMk cId="251095777" sldId="415"/>
            <ac:picMk id="4" creationId="{D13488E7-372A-924E-C44B-595B84E376B8}"/>
          </ac:picMkLst>
        </pc:picChg>
      </pc:sldChg>
      <pc:sldChg chg="modSp mod">
        <pc:chgData name="Mohammad Dakhilallah Mohammad Alahmadi" userId="9b436a58-7297-423f-8410-66c59c69358a" providerId="ADAL" clId="{5F38C85D-C823-4A8F-87B0-FBD7462020C1}" dt="2023-09-09T23:38:48.818" v="29" actId="12"/>
        <pc:sldMkLst>
          <pc:docMk/>
          <pc:sldMk cId="1660404219" sldId="419"/>
        </pc:sldMkLst>
        <pc:spChg chg="mod">
          <ac:chgData name="Mohammad Dakhilallah Mohammad Alahmadi" userId="9b436a58-7297-423f-8410-66c59c69358a" providerId="ADAL" clId="{5F38C85D-C823-4A8F-87B0-FBD7462020C1}" dt="2023-09-09T23:38:48.818" v="29" actId="12"/>
          <ac:spMkLst>
            <pc:docMk/>
            <pc:sldMk cId="1660404219" sldId="419"/>
            <ac:spMk id="4" creationId="{13DBD703-CB40-13F3-AF07-698E2629FCEA}"/>
          </ac:spMkLst>
        </pc:spChg>
      </pc:sldChg>
      <pc:sldChg chg="addSp delSp modSp mod">
        <pc:chgData name="Mohammad Dakhilallah Mohammad Alahmadi" userId="9b436a58-7297-423f-8410-66c59c69358a" providerId="ADAL" clId="{5F38C85D-C823-4A8F-87B0-FBD7462020C1}" dt="2023-09-09T23:39:57.609" v="61" actId="1076"/>
        <pc:sldMkLst>
          <pc:docMk/>
          <pc:sldMk cId="2997704716" sldId="420"/>
        </pc:sldMkLst>
        <pc:spChg chg="add mod">
          <ac:chgData name="Mohammad Dakhilallah Mohammad Alahmadi" userId="9b436a58-7297-423f-8410-66c59c69358a" providerId="ADAL" clId="{5F38C85D-C823-4A8F-87B0-FBD7462020C1}" dt="2023-09-09T23:39:57.609" v="61" actId="1076"/>
          <ac:spMkLst>
            <pc:docMk/>
            <pc:sldMk cId="2997704716" sldId="420"/>
            <ac:spMk id="2" creationId="{6E1AF9FD-59BD-8543-9BCB-FE08E8FA062B}"/>
          </ac:spMkLst>
        </pc:spChg>
        <pc:spChg chg="mod">
          <ac:chgData name="Mohammad Dakhilallah Mohammad Alahmadi" userId="9b436a58-7297-423f-8410-66c59c69358a" providerId="ADAL" clId="{5F38C85D-C823-4A8F-87B0-FBD7462020C1}" dt="2023-09-09T23:39:46.178" v="58" actId="12"/>
          <ac:spMkLst>
            <pc:docMk/>
            <pc:sldMk cId="2997704716" sldId="420"/>
            <ac:spMk id="3" creationId="{6D4BAEF2-7364-3F83-DA6E-176B7E1DA54E}"/>
          </ac:spMkLst>
        </pc:spChg>
        <pc:spChg chg="mod">
          <ac:chgData name="Mohammad Dakhilallah Mohammad Alahmadi" userId="9b436a58-7297-423f-8410-66c59c69358a" providerId="ADAL" clId="{5F38C85D-C823-4A8F-87B0-FBD7462020C1}" dt="2023-09-09T23:39:20.189" v="55" actId="20577"/>
          <ac:spMkLst>
            <pc:docMk/>
            <pc:sldMk cId="2997704716" sldId="420"/>
            <ac:spMk id="9218" creationId="{00000000-0000-0000-0000-000000000000}"/>
          </ac:spMkLst>
        </pc:spChg>
        <pc:picChg chg="del">
          <ac:chgData name="Mohammad Dakhilallah Mohammad Alahmadi" userId="9b436a58-7297-423f-8410-66c59c69358a" providerId="ADAL" clId="{5F38C85D-C823-4A8F-87B0-FBD7462020C1}" dt="2023-09-09T23:39:48.586" v="59" actId="478"/>
          <ac:picMkLst>
            <pc:docMk/>
            <pc:sldMk cId="2997704716" sldId="420"/>
            <ac:picMk id="6" creationId="{823C51DB-E0A9-1281-C161-9A44192596E7}"/>
          </ac:picMkLst>
        </pc:picChg>
      </pc:sldChg>
      <pc:sldChg chg="addSp delSp modSp mod">
        <pc:chgData name="Mohammad Dakhilallah Mohammad Alahmadi" userId="9b436a58-7297-423f-8410-66c59c69358a" providerId="ADAL" clId="{5F38C85D-C823-4A8F-87B0-FBD7462020C1}" dt="2023-09-09T23:40:41.868" v="75" actId="20577"/>
        <pc:sldMkLst>
          <pc:docMk/>
          <pc:sldMk cId="3810758988" sldId="421"/>
        </pc:sldMkLst>
        <pc:spChg chg="mod">
          <ac:chgData name="Mohammad Dakhilallah Mohammad Alahmadi" userId="9b436a58-7297-423f-8410-66c59c69358a" providerId="ADAL" clId="{5F38C85D-C823-4A8F-87B0-FBD7462020C1}" dt="2023-09-09T23:40:24.775" v="65" actId="207"/>
          <ac:spMkLst>
            <pc:docMk/>
            <pc:sldMk cId="3810758988" sldId="421"/>
            <ac:spMk id="2" creationId="{5498236D-50AE-CE4D-A580-2AF3A83BAE6A}"/>
          </ac:spMkLst>
        </pc:spChg>
        <pc:spChg chg="mod">
          <ac:chgData name="Mohammad Dakhilallah Mohammad Alahmadi" userId="9b436a58-7297-423f-8410-66c59c69358a" providerId="ADAL" clId="{5F38C85D-C823-4A8F-87B0-FBD7462020C1}" dt="2023-09-09T23:40:41.868" v="75" actId="20577"/>
          <ac:spMkLst>
            <pc:docMk/>
            <pc:sldMk cId="3810758988" sldId="421"/>
            <ac:spMk id="9218" creationId="{00000000-0000-0000-0000-000000000000}"/>
          </ac:spMkLst>
        </pc:spChg>
        <pc:picChg chg="del">
          <ac:chgData name="Mohammad Dakhilallah Mohammad Alahmadi" userId="9b436a58-7297-423f-8410-66c59c69358a" providerId="ADAL" clId="{5F38C85D-C823-4A8F-87B0-FBD7462020C1}" dt="2023-09-09T23:40:18.950" v="63" actId="478"/>
          <ac:picMkLst>
            <pc:docMk/>
            <pc:sldMk cId="3810758988" sldId="421"/>
            <ac:picMk id="3" creationId="{04A4EFCC-AADF-42ED-B581-2F695871FEA7}"/>
          </ac:picMkLst>
        </pc:picChg>
        <pc:picChg chg="add mod">
          <ac:chgData name="Mohammad Dakhilallah Mohammad Alahmadi" userId="9b436a58-7297-423f-8410-66c59c69358a" providerId="ADAL" clId="{5F38C85D-C823-4A8F-87B0-FBD7462020C1}" dt="2023-09-09T23:40:31.601" v="67" actId="1076"/>
          <ac:picMkLst>
            <pc:docMk/>
            <pc:sldMk cId="3810758988" sldId="421"/>
            <ac:picMk id="4" creationId="{30C75084-046D-9538-B674-6C8F6A8D8C4B}"/>
          </ac:picMkLst>
        </pc:picChg>
      </pc:sldChg>
      <pc:sldChg chg="del">
        <pc:chgData name="Mohammad Dakhilallah Mohammad Alahmadi" userId="9b436a58-7297-423f-8410-66c59c69358a" providerId="ADAL" clId="{5F38C85D-C823-4A8F-87B0-FBD7462020C1}" dt="2023-10-14T00:15:09.142" v="505" actId="47"/>
        <pc:sldMkLst>
          <pc:docMk/>
          <pc:sldMk cId="2586610191" sldId="423"/>
        </pc:sldMkLst>
      </pc:sldChg>
      <pc:sldChg chg="addSp delSp modSp mod">
        <pc:chgData name="Mohammad Dakhilallah Mohammad Alahmadi" userId="9b436a58-7297-423f-8410-66c59c69358a" providerId="ADAL" clId="{5F38C85D-C823-4A8F-87B0-FBD7462020C1}" dt="2023-09-09T23:42:49.013" v="140" actId="1037"/>
        <pc:sldMkLst>
          <pc:docMk/>
          <pc:sldMk cId="268952856" sldId="465"/>
        </pc:sldMkLst>
        <pc:spChg chg="mod">
          <ac:chgData name="Mohammad Dakhilallah Mohammad Alahmadi" userId="9b436a58-7297-423f-8410-66c59c69358a" providerId="ADAL" clId="{5F38C85D-C823-4A8F-87B0-FBD7462020C1}" dt="2023-09-09T23:42:24.515" v="123" actId="207"/>
          <ac:spMkLst>
            <pc:docMk/>
            <pc:sldMk cId="268952856" sldId="465"/>
            <ac:spMk id="2" creationId="{5D61E736-D243-6283-262B-8F259D06C26A}"/>
          </ac:spMkLst>
        </pc:spChg>
        <pc:spChg chg="add mod">
          <ac:chgData name="Mohammad Dakhilallah Mohammad Alahmadi" userId="9b436a58-7297-423f-8410-66c59c69358a" providerId="ADAL" clId="{5F38C85D-C823-4A8F-87B0-FBD7462020C1}" dt="2023-09-09T23:42:36.429" v="126" actId="14100"/>
          <ac:spMkLst>
            <pc:docMk/>
            <pc:sldMk cId="268952856" sldId="465"/>
            <ac:spMk id="3" creationId="{9FE847B1-D8B5-FB39-749C-ADF711EF73C6}"/>
          </ac:spMkLst>
        </pc:spChg>
        <pc:spChg chg="del">
          <ac:chgData name="Mohammad Dakhilallah Mohammad Alahmadi" userId="9b436a58-7297-423f-8410-66c59c69358a" providerId="ADAL" clId="{5F38C85D-C823-4A8F-87B0-FBD7462020C1}" dt="2023-09-09T23:42:20.679" v="122" actId="478"/>
          <ac:spMkLst>
            <pc:docMk/>
            <pc:sldMk cId="268952856" sldId="465"/>
            <ac:spMk id="6" creationId="{6FF986B0-96E7-B841-593C-AC52491B3C4A}"/>
          </ac:spMkLst>
        </pc:spChg>
        <pc:spChg chg="add mod">
          <ac:chgData name="Mohammad Dakhilallah Mohammad Alahmadi" userId="9b436a58-7297-423f-8410-66c59c69358a" providerId="ADAL" clId="{5F38C85D-C823-4A8F-87B0-FBD7462020C1}" dt="2023-09-09T23:42:44.925" v="129" actId="14100"/>
          <ac:spMkLst>
            <pc:docMk/>
            <pc:sldMk cId="268952856" sldId="465"/>
            <ac:spMk id="7" creationId="{6E4D3136-2297-7AED-C422-DB87E90B1D1B}"/>
          </ac:spMkLst>
        </pc:spChg>
        <pc:spChg chg="add mod">
          <ac:chgData name="Mohammad Dakhilallah Mohammad Alahmadi" userId="9b436a58-7297-423f-8410-66c59c69358a" providerId="ADAL" clId="{5F38C85D-C823-4A8F-87B0-FBD7462020C1}" dt="2023-09-09T23:42:49.013" v="140" actId="1037"/>
          <ac:spMkLst>
            <pc:docMk/>
            <pc:sldMk cId="268952856" sldId="465"/>
            <ac:spMk id="8" creationId="{C7FFBD89-3319-807C-0DCE-40A8B2D1CDA9}"/>
          </ac:spMkLst>
        </pc:spChg>
        <pc:spChg chg="mod">
          <ac:chgData name="Mohammad Dakhilallah Mohammad Alahmadi" userId="9b436a58-7297-423f-8410-66c59c69358a" providerId="ADAL" clId="{5F38C85D-C823-4A8F-87B0-FBD7462020C1}" dt="2023-09-09T23:42:09.181" v="119" actId="255"/>
          <ac:spMkLst>
            <pc:docMk/>
            <pc:sldMk cId="268952856" sldId="465"/>
            <ac:spMk id="9218" creationId="{00000000-0000-0000-0000-000000000000}"/>
          </ac:spMkLst>
        </pc:spChg>
        <pc:picChg chg="del">
          <ac:chgData name="Mohammad Dakhilallah Mohammad Alahmadi" userId="9b436a58-7297-423f-8410-66c59c69358a" providerId="ADAL" clId="{5F38C85D-C823-4A8F-87B0-FBD7462020C1}" dt="2023-09-09T23:42:18.916" v="121" actId="478"/>
          <ac:picMkLst>
            <pc:docMk/>
            <pc:sldMk cId="268952856" sldId="465"/>
            <ac:picMk id="4" creationId="{4FFEDF75-B9B9-09CB-846E-3D278BD19BBD}"/>
          </ac:picMkLst>
        </pc:picChg>
      </pc:sldChg>
      <pc:sldChg chg="addSp delSp modSp mod">
        <pc:chgData name="Mohammad Dakhilallah Mohammad Alahmadi" userId="9b436a58-7297-423f-8410-66c59c69358a" providerId="ADAL" clId="{5F38C85D-C823-4A8F-87B0-FBD7462020C1}" dt="2023-09-09T23:43:44.449" v="151" actId="1076"/>
        <pc:sldMkLst>
          <pc:docMk/>
          <pc:sldMk cId="91697656" sldId="466"/>
        </pc:sldMkLst>
        <pc:spChg chg="add del">
          <ac:chgData name="Mohammad Dakhilallah Mohammad Alahmadi" userId="9b436a58-7297-423f-8410-66c59c69358a" providerId="ADAL" clId="{5F38C85D-C823-4A8F-87B0-FBD7462020C1}" dt="2023-09-09T23:43:25.615" v="147" actId="22"/>
          <ac:spMkLst>
            <pc:docMk/>
            <pc:sldMk cId="91697656" sldId="466"/>
            <ac:spMk id="3" creationId="{D38D9218-BD9F-6264-7CAE-15780057729C}"/>
          </ac:spMkLst>
        </pc:spChg>
        <pc:spChg chg="del">
          <ac:chgData name="Mohammad Dakhilallah Mohammad Alahmadi" userId="9b436a58-7297-423f-8410-66c59c69358a" providerId="ADAL" clId="{5F38C85D-C823-4A8F-87B0-FBD7462020C1}" dt="2023-09-09T23:43:15.190" v="142" actId="478"/>
          <ac:spMkLst>
            <pc:docMk/>
            <pc:sldMk cId="91697656" sldId="466"/>
            <ac:spMk id="6" creationId="{965BC5A7-41D3-5A33-113A-9EF0305730C9}"/>
          </ac:spMkLst>
        </pc:spChg>
        <pc:spChg chg="del">
          <ac:chgData name="Mohammad Dakhilallah Mohammad Alahmadi" userId="9b436a58-7297-423f-8410-66c59c69358a" providerId="ADAL" clId="{5F38C85D-C823-4A8F-87B0-FBD7462020C1}" dt="2023-09-09T23:43:16.954" v="143" actId="478"/>
          <ac:spMkLst>
            <pc:docMk/>
            <pc:sldMk cId="91697656" sldId="466"/>
            <ac:spMk id="7" creationId="{D6F63D35-7784-DACF-EA20-7B7C09723BFD}"/>
          </ac:spMkLst>
        </pc:spChg>
        <pc:spChg chg="del">
          <ac:chgData name="Mohammad Dakhilallah Mohammad Alahmadi" userId="9b436a58-7297-423f-8410-66c59c69358a" providerId="ADAL" clId="{5F38C85D-C823-4A8F-87B0-FBD7462020C1}" dt="2023-09-09T23:43:18.449" v="144" actId="478"/>
          <ac:spMkLst>
            <pc:docMk/>
            <pc:sldMk cId="91697656" sldId="466"/>
            <ac:spMk id="8" creationId="{7F200E59-6425-F937-6459-7F3B77A1AF87}"/>
          </ac:spMkLst>
        </pc:spChg>
        <pc:spChg chg="del">
          <ac:chgData name="Mohammad Dakhilallah Mohammad Alahmadi" userId="9b436a58-7297-423f-8410-66c59c69358a" providerId="ADAL" clId="{5F38C85D-C823-4A8F-87B0-FBD7462020C1}" dt="2023-09-09T23:43:20.202" v="145" actId="478"/>
          <ac:spMkLst>
            <pc:docMk/>
            <pc:sldMk cId="91697656" sldId="466"/>
            <ac:spMk id="9" creationId="{B019BC5A-14A4-F825-CC99-EFC62266C55B}"/>
          </ac:spMkLst>
        </pc:spChg>
        <pc:spChg chg="add del">
          <ac:chgData name="Mohammad Dakhilallah Mohammad Alahmadi" userId="9b436a58-7297-423f-8410-66c59c69358a" providerId="ADAL" clId="{5F38C85D-C823-4A8F-87B0-FBD7462020C1}" dt="2023-09-09T23:43:30.377" v="149" actId="478"/>
          <ac:spMkLst>
            <pc:docMk/>
            <pc:sldMk cId="91697656" sldId="466"/>
            <ac:spMk id="10" creationId="{9B3F65B4-37FD-CA2F-0829-4713A345264A}"/>
          </ac:spMkLst>
        </pc:spChg>
        <pc:spChg chg="add mod">
          <ac:chgData name="Mohammad Dakhilallah Mohammad Alahmadi" userId="9b436a58-7297-423f-8410-66c59c69358a" providerId="ADAL" clId="{5F38C85D-C823-4A8F-87B0-FBD7462020C1}" dt="2023-09-09T23:43:44.449" v="151" actId="1076"/>
          <ac:spMkLst>
            <pc:docMk/>
            <pc:sldMk cId="91697656" sldId="466"/>
            <ac:spMk id="11" creationId="{9B6CAB5E-A4CE-F7AB-8807-7BC216BA9A7F}"/>
          </ac:spMkLst>
        </pc:spChg>
        <pc:spChg chg="mod">
          <ac:chgData name="Mohammad Dakhilallah Mohammad Alahmadi" userId="9b436a58-7297-423f-8410-66c59c69358a" providerId="ADAL" clId="{5F38C85D-C823-4A8F-87B0-FBD7462020C1}" dt="2023-09-09T23:43:07.176" v="141"/>
          <ac:spMkLst>
            <pc:docMk/>
            <pc:sldMk cId="91697656" sldId="466"/>
            <ac:spMk id="9218" creationId="{00000000-0000-0000-0000-000000000000}"/>
          </ac:spMkLst>
        </pc:spChg>
      </pc:sldChg>
      <pc:sldChg chg="addSp delSp modSp mod">
        <pc:chgData name="Mohammad Dakhilallah Mohammad Alahmadi" userId="9b436a58-7297-423f-8410-66c59c69358a" providerId="ADAL" clId="{5F38C85D-C823-4A8F-87B0-FBD7462020C1}" dt="2023-09-09T23:48:26.695" v="204" actId="14100"/>
        <pc:sldMkLst>
          <pc:docMk/>
          <pc:sldMk cId="381756412" sldId="467"/>
        </pc:sldMkLst>
        <pc:spChg chg="add mod">
          <ac:chgData name="Mohammad Dakhilallah Mohammad Alahmadi" userId="9b436a58-7297-423f-8410-66c59c69358a" providerId="ADAL" clId="{5F38C85D-C823-4A8F-87B0-FBD7462020C1}" dt="2023-09-09T23:44:50.831" v="172" actId="1037"/>
          <ac:spMkLst>
            <pc:docMk/>
            <pc:sldMk cId="381756412" sldId="467"/>
            <ac:spMk id="2" creationId="{3D53DC68-8105-EA3E-E123-5894526E5ECB}"/>
          </ac:spMkLst>
        </pc:spChg>
        <pc:spChg chg="mod">
          <ac:chgData name="Mohammad Dakhilallah Mohammad Alahmadi" userId="9b436a58-7297-423f-8410-66c59c69358a" providerId="ADAL" clId="{5F38C85D-C823-4A8F-87B0-FBD7462020C1}" dt="2023-09-09T23:44:35.334" v="159" actId="14100"/>
          <ac:spMkLst>
            <pc:docMk/>
            <pc:sldMk cId="381756412" sldId="467"/>
            <ac:spMk id="3" creationId="{6CCF1595-0EF0-E08D-FC43-0D1B8A96DC9A}"/>
          </ac:spMkLst>
        </pc:spChg>
        <pc:spChg chg="del">
          <ac:chgData name="Mohammad Dakhilallah Mohammad Alahmadi" userId="9b436a58-7297-423f-8410-66c59c69358a" providerId="ADAL" clId="{5F38C85D-C823-4A8F-87B0-FBD7462020C1}" dt="2023-09-09T23:44:06.942" v="153" actId="478"/>
          <ac:spMkLst>
            <pc:docMk/>
            <pc:sldMk cId="381756412" sldId="467"/>
            <ac:spMk id="4" creationId="{BB11F32C-AD4E-622D-2641-7879CCA65DAE}"/>
          </ac:spMkLst>
        </pc:spChg>
        <pc:spChg chg="add mod">
          <ac:chgData name="Mohammad Dakhilallah Mohammad Alahmadi" userId="9b436a58-7297-423f-8410-66c59c69358a" providerId="ADAL" clId="{5F38C85D-C823-4A8F-87B0-FBD7462020C1}" dt="2023-09-09T23:48:26.695" v="204" actId="14100"/>
          <ac:spMkLst>
            <pc:docMk/>
            <pc:sldMk cId="381756412" sldId="467"/>
            <ac:spMk id="7" creationId="{423F4A10-6623-829C-F9E4-3ED005092610}"/>
          </ac:spMkLst>
        </pc:spChg>
        <pc:spChg chg="del">
          <ac:chgData name="Mohammad Dakhilallah Mohammad Alahmadi" userId="9b436a58-7297-423f-8410-66c59c69358a" providerId="ADAL" clId="{5F38C85D-C823-4A8F-87B0-FBD7462020C1}" dt="2023-09-09T23:44:08.863" v="154" actId="478"/>
          <ac:spMkLst>
            <pc:docMk/>
            <pc:sldMk cId="381756412" sldId="467"/>
            <ac:spMk id="8" creationId="{406083C4-C2F6-919A-DB7C-1A9088DC03F5}"/>
          </ac:spMkLst>
        </pc:spChg>
        <pc:spChg chg="del">
          <ac:chgData name="Mohammad Dakhilallah Mohammad Alahmadi" userId="9b436a58-7297-423f-8410-66c59c69358a" providerId="ADAL" clId="{5F38C85D-C823-4A8F-87B0-FBD7462020C1}" dt="2023-09-09T23:44:09.273" v="155" actId="478"/>
          <ac:spMkLst>
            <pc:docMk/>
            <pc:sldMk cId="381756412" sldId="467"/>
            <ac:spMk id="9" creationId="{07409DFB-A2F5-3730-F49E-3DF559B58A70}"/>
          </ac:spMkLst>
        </pc:spChg>
        <pc:spChg chg="mod">
          <ac:chgData name="Mohammad Dakhilallah Mohammad Alahmadi" userId="9b436a58-7297-423f-8410-66c59c69358a" providerId="ADAL" clId="{5F38C85D-C823-4A8F-87B0-FBD7462020C1}" dt="2023-09-09T23:44:03.182" v="152"/>
          <ac:spMkLst>
            <pc:docMk/>
            <pc:sldMk cId="381756412" sldId="467"/>
            <ac:spMk id="9218" creationId="{00000000-0000-0000-0000-000000000000}"/>
          </ac:spMkLst>
        </pc:spChg>
        <pc:picChg chg="add mod">
          <ac:chgData name="Mohammad Dakhilallah Mohammad Alahmadi" userId="9b436a58-7297-423f-8410-66c59c69358a" providerId="ADAL" clId="{5F38C85D-C823-4A8F-87B0-FBD7462020C1}" dt="2023-09-09T23:44:48.627" v="167" actId="1037"/>
          <ac:picMkLst>
            <pc:docMk/>
            <pc:sldMk cId="381756412" sldId="467"/>
            <ac:picMk id="6" creationId="{A9FEBDAD-1D87-1EFB-000E-6C180D80814F}"/>
          </ac:picMkLst>
        </pc:picChg>
      </pc:sldChg>
      <pc:sldChg chg="addSp delSp modSp mod">
        <pc:chgData name="Mohammad Dakhilallah Mohammad Alahmadi" userId="9b436a58-7297-423f-8410-66c59c69358a" providerId="ADAL" clId="{5F38C85D-C823-4A8F-87B0-FBD7462020C1}" dt="2023-11-07T23:16:25.746" v="506" actId="20577"/>
        <pc:sldMkLst>
          <pc:docMk/>
          <pc:sldMk cId="4288430029" sldId="468"/>
        </pc:sldMkLst>
        <pc:spChg chg="add mod">
          <ac:chgData name="Mohammad Dakhilallah Mohammad Alahmadi" userId="9b436a58-7297-423f-8410-66c59c69358a" providerId="ADAL" clId="{5F38C85D-C823-4A8F-87B0-FBD7462020C1}" dt="2023-09-09T23:46:05.799" v="183" actId="14100"/>
          <ac:spMkLst>
            <pc:docMk/>
            <pc:sldMk cId="4288430029" sldId="468"/>
            <ac:spMk id="2" creationId="{7AED0E67-4D8F-1D9C-90D9-81B4CB6A9B77}"/>
          </ac:spMkLst>
        </pc:spChg>
        <pc:spChg chg="mod">
          <ac:chgData name="Mohammad Dakhilallah Mohammad Alahmadi" userId="9b436a58-7297-423f-8410-66c59c69358a" providerId="ADAL" clId="{5F38C85D-C823-4A8F-87B0-FBD7462020C1}" dt="2023-11-07T23:16:25.746" v="506" actId="20577"/>
          <ac:spMkLst>
            <pc:docMk/>
            <pc:sldMk cId="4288430029" sldId="468"/>
            <ac:spMk id="3" creationId="{376E30AE-1E0B-ACEA-C11D-68184E6F9D13}"/>
          </ac:spMkLst>
        </pc:spChg>
        <pc:spChg chg="add mod">
          <ac:chgData name="Mohammad Dakhilallah Mohammad Alahmadi" userId="9b436a58-7297-423f-8410-66c59c69358a" providerId="ADAL" clId="{5F38C85D-C823-4A8F-87B0-FBD7462020C1}" dt="2023-09-09T23:48:06.510" v="201" actId="14100"/>
          <ac:spMkLst>
            <pc:docMk/>
            <pc:sldMk cId="4288430029" sldId="468"/>
            <ac:spMk id="6" creationId="{6E638F59-DF5C-4643-060F-B6478EFD9082}"/>
          </ac:spMkLst>
        </pc:spChg>
        <pc:spChg chg="mod">
          <ac:chgData name="Mohammad Dakhilallah Mohammad Alahmadi" userId="9b436a58-7297-423f-8410-66c59c69358a" providerId="ADAL" clId="{5F38C85D-C823-4A8F-87B0-FBD7462020C1}" dt="2023-09-09T23:45:08.810" v="173"/>
          <ac:spMkLst>
            <pc:docMk/>
            <pc:sldMk cId="4288430029" sldId="468"/>
            <ac:spMk id="9218" creationId="{00000000-0000-0000-0000-000000000000}"/>
          </ac:spMkLst>
        </pc:spChg>
        <pc:picChg chg="add mod">
          <ac:chgData name="Mohammad Dakhilallah Mohammad Alahmadi" userId="9b436a58-7297-423f-8410-66c59c69358a" providerId="ADAL" clId="{5F38C85D-C823-4A8F-87B0-FBD7462020C1}" dt="2023-09-09T23:46:02.933" v="182" actId="14100"/>
          <ac:picMkLst>
            <pc:docMk/>
            <pc:sldMk cId="4288430029" sldId="468"/>
            <ac:picMk id="4" creationId="{C2A06BB3-F5BF-98C2-3DDE-C0D49C9050D3}"/>
          </ac:picMkLst>
        </pc:picChg>
        <pc:picChg chg="del">
          <ac:chgData name="Mohammad Dakhilallah Mohammad Alahmadi" userId="9b436a58-7297-423f-8410-66c59c69358a" providerId="ADAL" clId="{5F38C85D-C823-4A8F-87B0-FBD7462020C1}" dt="2023-09-09T23:45:28.477" v="176" actId="478"/>
          <ac:picMkLst>
            <pc:docMk/>
            <pc:sldMk cId="4288430029" sldId="468"/>
            <ac:picMk id="8" creationId="{D661E2E8-F2F3-38A0-E637-A85CE7F32083}"/>
          </ac:picMkLst>
        </pc:picChg>
      </pc:sldChg>
      <pc:sldChg chg="addSp delSp modSp mod">
        <pc:chgData name="Mohammad Dakhilallah Mohammad Alahmadi" userId="9b436a58-7297-423f-8410-66c59c69358a" providerId="ADAL" clId="{5F38C85D-C823-4A8F-87B0-FBD7462020C1}" dt="2023-09-09T23:47:28.518" v="198" actId="14100"/>
        <pc:sldMkLst>
          <pc:docMk/>
          <pc:sldMk cId="3107751706" sldId="469"/>
        </pc:sldMkLst>
        <pc:spChg chg="add mod">
          <ac:chgData name="Mohammad Dakhilallah Mohammad Alahmadi" userId="9b436a58-7297-423f-8410-66c59c69358a" providerId="ADAL" clId="{5F38C85D-C823-4A8F-87B0-FBD7462020C1}" dt="2023-09-09T23:46:42.706" v="190" actId="207"/>
          <ac:spMkLst>
            <pc:docMk/>
            <pc:sldMk cId="3107751706" sldId="469"/>
            <ac:spMk id="2" creationId="{F0FAC5FE-93C6-950E-966A-46102C84F7B5}"/>
          </ac:spMkLst>
        </pc:spChg>
        <pc:spChg chg="add mod">
          <ac:chgData name="Mohammad Dakhilallah Mohammad Alahmadi" userId="9b436a58-7297-423f-8410-66c59c69358a" providerId="ADAL" clId="{5F38C85D-C823-4A8F-87B0-FBD7462020C1}" dt="2023-09-09T23:47:02.262" v="194" actId="14100"/>
          <ac:spMkLst>
            <pc:docMk/>
            <pc:sldMk cId="3107751706" sldId="469"/>
            <ac:spMk id="3" creationId="{8F60BD0C-FFF1-325A-EBEB-BB4AD5D8BE60}"/>
          </ac:spMkLst>
        </pc:spChg>
        <pc:spChg chg="del">
          <ac:chgData name="Mohammad Dakhilallah Mohammad Alahmadi" userId="9b436a58-7297-423f-8410-66c59c69358a" providerId="ADAL" clId="{5F38C85D-C823-4A8F-87B0-FBD7462020C1}" dt="2023-09-09T23:46:17.813" v="185" actId="478"/>
          <ac:spMkLst>
            <pc:docMk/>
            <pc:sldMk cId="3107751706" sldId="469"/>
            <ac:spMk id="4" creationId="{5494723B-D60B-7367-1F6A-3A62FAF31FCC}"/>
          </ac:spMkLst>
        </pc:spChg>
        <pc:spChg chg="del">
          <ac:chgData name="Mohammad Dakhilallah Mohammad Alahmadi" userId="9b436a58-7297-423f-8410-66c59c69358a" providerId="ADAL" clId="{5F38C85D-C823-4A8F-87B0-FBD7462020C1}" dt="2023-09-09T23:46:19.372" v="186" actId="478"/>
          <ac:spMkLst>
            <pc:docMk/>
            <pc:sldMk cId="3107751706" sldId="469"/>
            <ac:spMk id="6" creationId="{227F92E7-CBC9-03F5-B8D9-936965871782}"/>
          </ac:spMkLst>
        </pc:spChg>
        <pc:spChg chg="add mod">
          <ac:chgData name="Mohammad Dakhilallah Mohammad Alahmadi" userId="9b436a58-7297-423f-8410-66c59c69358a" providerId="ADAL" clId="{5F38C85D-C823-4A8F-87B0-FBD7462020C1}" dt="2023-09-09T23:47:28.518" v="198" actId="14100"/>
          <ac:spMkLst>
            <pc:docMk/>
            <pc:sldMk cId="3107751706" sldId="469"/>
            <ac:spMk id="8" creationId="{AB477D9B-1038-D44B-AA08-B22C0EB51759}"/>
          </ac:spMkLst>
        </pc:spChg>
        <pc:spChg chg="mod">
          <ac:chgData name="Mohammad Dakhilallah Mohammad Alahmadi" userId="9b436a58-7297-423f-8410-66c59c69358a" providerId="ADAL" clId="{5F38C85D-C823-4A8F-87B0-FBD7462020C1}" dt="2023-09-09T23:46:16.061" v="184"/>
          <ac:spMkLst>
            <pc:docMk/>
            <pc:sldMk cId="3107751706" sldId="469"/>
            <ac:spMk id="9218" creationId="{00000000-0000-0000-0000-000000000000}"/>
          </ac:spMkLst>
        </pc:spChg>
        <pc:picChg chg="add mod">
          <ac:chgData name="Mohammad Dakhilallah Mohammad Alahmadi" userId="9b436a58-7297-423f-8410-66c59c69358a" providerId="ADAL" clId="{5F38C85D-C823-4A8F-87B0-FBD7462020C1}" dt="2023-09-09T23:46:56.816" v="192" actId="1076"/>
          <ac:picMkLst>
            <pc:docMk/>
            <pc:sldMk cId="3107751706" sldId="469"/>
            <ac:picMk id="7" creationId="{BE5ACC61-AC93-2BB0-6074-FF880724E940}"/>
          </ac:picMkLst>
        </pc:picChg>
      </pc:sldChg>
      <pc:sldChg chg="addSp delSp modSp mod">
        <pc:chgData name="Mohammad Dakhilallah Mohammad Alahmadi" userId="9b436a58-7297-423f-8410-66c59c69358a" providerId="ADAL" clId="{5F38C85D-C823-4A8F-87B0-FBD7462020C1}" dt="2023-09-09T23:50:36.439" v="292" actId="27636"/>
        <pc:sldMkLst>
          <pc:docMk/>
          <pc:sldMk cId="3830405747" sldId="477"/>
        </pc:sldMkLst>
        <pc:spChg chg="del">
          <ac:chgData name="Mohammad Dakhilallah Mohammad Alahmadi" userId="9b436a58-7297-423f-8410-66c59c69358a" providerId="ADAL" clId="{5F38C85D-C823-4A8F-87B0-FBD7462020C1}" dt="2023-09-09T23:49:14.837" v="238" actId="478"/>
          <ac:spMkLst>
            <pc:docMk/>
            <pc:sldMk cId="3830405747" sldId="477"/>
            <ac:spMk id="2" creationId="{5DE48D9E-72FA-51EF-A8F6-DBB5E134DD63}"/>
          </ac:spMkLst>
        </pc:spChg>
        <pc:spChg chg="add mod">
          <ac:chgData name="Mohammad Dakhilallah Mohammad Alahmadi" userId="9b436a58-7297-423f-8410-66c59c69358a" providerId="ADAL" clId="{5F38C85D-C823-4A8F-87B0-FBD7462020C1}" dt="2023-09-09T23:50:36.439" v="292" actId="27636"/>
          <ac:spMkLst>
            <pc:docMk/>
            <pc:sldMk cId="3830405747" sldId="477"/>
            <ac:spMk id="3" creationId="{AEAFD558-3776-1E98-77DA-2BFF17EF70CD}"/>
          </ac:spMkLst>
        </pc:spChg>
        <pc:spChg chg="add mod">
          <ac:chgData name="Mohammad Dakhilallah Mohammad Alahmadi" userId="9b436a58-7297-423f-8410-66c59c69358a" providerId="ADAL" clId="{5F38C85D-C823-4A8F-87B0-FBD7462020C1}" dt="2023-09-09T23:49:54.887" v="248" actId="1076"/>
          <ac:spMkLst>
            <pc:docMk/>
            <pc:sldMk cId="3830405747" sldId="477"/>
            <ac:spMk id="4" creationId="{160DEE40-D9D9-0EB4-AB42-8A3A320F158B}"/>
          </ac:spMkLst>
        </pc:spChg>
        <pc:spChg chg="add mod">
          <ac:chgData name="Mohammad Dakhilallah Mohammad Alahmadi" userId="9b436a58-7297-423f-8410-66c59c69358a" providerId="ADAL" clId="{5F38C85D-C823-4A8F-87B0-FBD7462020C1}" dt="2023-09-09T23:49:54.887" v="248" actId="1076"/>
          <ac:spMkLst>
            <pc:docMk/>
            <pc:sldMk cId="3830405747" sldId="477"/>
            <ac:spMk id="6" creationId="{51F14A6C-AC73-0D06-45E0-05673CB5768A}"/>
          </ac:spMkLst>
        </pc:spChg>
        <pc:spChg chg="add mod">
          <ac:chgData name="Mohammad Dakhilallah Mohammad Alahmadi" userId="9b436a58-7297-423f-8410-66c59c69358a" providerId="ADAL" clId="{5F38C85D-C823-4A8F-87B0-FBD7462020C1}" dt="2023-09-09T23:49:54.887" v="248" actId="1076"/>
          <ac:spMkLst>
            <pc:docMk/>
            <pc:sldMk cId="3830405747" sldId="477"/>
            <ac:spMk id="7" creationId="{7671BBDB-2064-1F89-0080-5927506BCC6A}"/>
          </ac:spMkLst>
        </pc:spChg>
        <pc:spChg chg="del">
          <ac:chgData name="Mohammad Dakhilallah Mohammad Alahmadi" userId="9b436a58-7297-423f-8410-66c59c69358a" providerId="ADAL" clId="{5F38C85D-C823-4A8F-87B0-FBD7462020C1}" dt="2023-09-09T23:49:15.923" v="239" actId="478"/>
          <ac:spMkLst>
            <pc:docMk/>
            <pc:sldMk cId="3830405747" sldId="477"/>
            <ac:spMk id="8" creationId="{45403AF7-70E2-2C43-A266-27BFD5D09D47}"/>
          </ac:spMkLst>
        </pc:spChg>
        <pc:spChg chg="add mod">
          <ac:chgData name="Mohammad Dakhilallah Mohammad Alahmadi" userId="9b436a58-7297-423f-8410-66c59c69358a" providerId="ADAL" clId="{5F38C85D-C823-4A8F-87B0-FBD7462020C1}" dt="2023-09-09T23:49:54.887" v="248" actId="1076"/>
          <ac:spMkLst>
            <pc:docMk/>
            <pc:sldMk cId="3830405747" sldId="477"/>
            <ac:spMk id="9" creationId="{FF62A2B8-7363-402B-F3DE-E529176135B6}"/>
          </ac:spMkLst>
        </pc:spChg>
        <pc:spChg chg="mod">
          <ac:chgData name="Mohammad Dakhilallah Mohammad Alahmadi" userId="9b436a58-7297-423f-8410-66c59c69358a" providerId="ADAL" clId="{5F38C85D-C823-4A8F-87B0-FBD7462020C1}" dt="2023-09-09T23:49:11.450" v="237" actId="20577"/>
          <ac:spMkLst>
            <pc:docMk/>
            <pc:sldMk cId="3830405747" sldId="477"/>
            <ac:spMk id="9218" creationId="{00000000-0000-0000-0000-000000000000}"/>
          </ac:spMkLst>
        </pc:spChg>
      </pc:sldChg>
      <pc:sldChg chg="addSp delSp modSp mod">
        <pc:chgData name="Mohammad Dakhilallah Mohammad Alahmadi" userId="9b436a58-7297-423f-8410-66c59c69358a" providerId="ADAL" clId="{5F38C85D-C823-4A8F-87B0-FBD7462020C1}" dt="2023-09-09T23:52:47.112" v="342" actId="1076"/>
        <pc:sldMkLst>
          <pc:docMk/>
          <pc:sldMk cId="3564204740" sldId="478"/>
        </pc:sldMkLst>
        <pc:spChg chg="add del mod">
          <ac:chgData name="Mohammad Dakhilallah Mohammad Alahmadi" userId="9b436a58-7297-423f-8410-66c59c69358a" providerId="ADAL" clId="{5F38C85D-C823-4A8F-87B0-FBD7462020C1}" dt="2023-09-09T23:52:37.297" v="340"/>
          <ac:spMkLst>
            <pc:docMk/>
            <pc:sldMk cId="3564204740" sldId="478"/>
            <ac:spMk id="2" creationId="{61E9B011-A95E-9BC3-41A9-75E0D7A16392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2:37.297" v="340"/>
          <ac:spMkLst>
            <pc:docMk/>
            <pc:sldMk cId="3564204740" sldId="478"/>
            <ac:spMk id="3" creationId="{E63E5B64-2796-1641-C96D-CC99F9281634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2:37.297" v="340"/>
          <ac:spMkLst>
            <pc:docMk/>
            <pc:sldMk cId="3564204740" sldId="478"/>
            <ac:spMk id="4" creationId="{88133A72-7927-0745-F92F-BE322BF787EA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2:37.297" v="340"/>
          <ac:spMkLst>
            <pc:docMk/>
            <pc:sldMk cId="3564204740" sldId="478"/>
            <ac:spMk id="6" creationId="{AF47D287-0595-5D91-4B4E-BB0D90F944CD}"/>
          </ac:spMkLst>
        </pc:spChg>
        <pc:spChg chg="add mod">
          <ac:chgData name="Mohammad Dakhilallah Mohammad Alahmadi" userId="9b436a58-7297-423f-8410-66c59c69358a" providerId="ADAL" clId="{5F38C85D-C823-4A8F-87B0-FBD7462020C1}" dt="2023-09-09T23:52:47.112" v="342" actId="1076"/>
          <ac:spMkLst>
            <pc:docMk/>
            <pc:sldMk cId="3564204740" sldId="478"/>
            <ac:spMk id="7" creationId="{78B59B64-E4BB-0F22-9407-4AEB6BADCE53}"/>
          </ac:spMkLst>
        </pc:spChg>
        <pc:spChg chg="mod">
          <ac:chgData name="Mohammad Dakhilallah Mohammad Alahmadi" userId="9b436a58-7297-423f-8410-66c59c69358a" providerId="ADAL" clId="{5F38C85D-C823-4A8F-87B0-FBD7462020C1}" dt="2023-09-09T23:51:37.470" v="300" actId="207"/>
          <ac:spMkLst>
            <pc:docMk/>
            <pc:sldMk cId="3564204740" sldId="478"/>
            <ac:spMk id="8" creationId="{CB7E56D9-9BF5-2773-7C7B-0F26A19E3ACA}"/>
          </ac:spMkLst>
        </pc:spChg>
        <pc:spChg chg="add mod">
          <ac:chgData name="Mohammad Dakhilallah Mohammad Alahmadi" userId="9b436a58-7297-423f-8410-66c59c69358a" providerId="ADAL" clId="{5F38C85D-C823-4A8F-87B0-FBD7462020C1}" dt="2023-09-09T23:52:47.112" v="342" actId="1076"/>
          <ac:spMkLst>
            <pc:docMk/>
            <pc:sldMk cId="3564204740" sldId="478"/>
            <ac:spMk id="9" creationId="{2BFF2D31-D553-6254-D87F-7FDA6E5B5466}"/>
          </ac:spMkLst>
        </pc:spChg>
        <pc:spChg chg="add mod">
          <ac:chgData name="Mohammad Dakhilallah Mohammad Alahmadi" userId="9b436a58-7297-423f-8410-66c59c69358a" providerId="ADAL" clId="{5F38C85D-C823-4A8F-87B0-FBD7462020C1}" dt="2023-09-09T23:52:47.112" v="342" actId="1076"/>
          <ac:spMkLst>
            <pc:docMk/>
            <pc:sldMk cId="3564204740" sldId="478"/>
            <ac:spMk id="10" creationId="{A9EE9C09-D05B-E55B-71E1-930871422D0A}"/>
          </ac:spMkLst>
        </pc:spChg>
        <pc:spChg chg="del">
          <ac:chgData name="Mohammad Dakhilallah Mohammad Alahmadi" userId="9b436a58-7297-423f-8410-66c59c69358a" providerId="ADAL" clId="{5F38C85D-C823-4A8F-87B0-FBD7462020C1}" dt="2023-09-09T23:51:33.989" v="299" actId="478"/>
          <ac:spMkLst>
            <pc:docMk/>
            <pc:sldMk cId="3564204740" sldId="478"/>
            <ac:spMk id="11" creationId="{BEB2F6B3-C4C0-80B8-E532-469ECC6FFE95}"/>
          </ac:spMkLst>
        </pc:spChg>
        <pc:spChg chg="mod">
          <ac:chgData name="Mohammad Dakhilallah Mohammad Alahmadi" userId="9b436a58-7297-423f-8410-66c59c69358a" providerId="ADAL" clId="{5F38C85D-C823-4A8F-87B0-FBD7462020C1}" dt="2023-09-09T23:52:28.450" v="338" actId="255"/>
          <ac:spMkLst>
            <pc:docMk/>
            <pc:sldMk cId="3564204740" sldId="478"/>
            <ac:spMk id="9218" creationId="{00000000-0000-0000-0000-000000000000}"/>
          </ac:spMkLst>
        </pc:spChg>
      </pc:sldChg>
      <pc:sldChg chg="addSp delSp modSp mod">
        <pc:chgData name="Mohammad Dakhilallah Mohammad Alahmadi" userId="9b436a58-7297-423f-8410-66c59c69358a" providerId="ADAL" clId="{5F38C85D-C823-4A8F-87B0-FBD7462020C1}" dt="2024-05-06T05:44:44.683" v="511" actId="1076"/>
        <pc:sldMkLst>
          <pc:docMk/>
          <pc:sldMk cId="2235681136" sldId="479"/>
        </pc:sldMkLst>
        <pc:spChg chg="del">
          <ac:chgData name="Mohammad Dakhilallah Mohammad Alahmadi" userId="9b436a58-7297-423f-8410-66c59c69358a" providerId="ADAL" clId="{5F38C85D-C823-4A8F-87B0-FBD7462020C1}" dt="2023-09-09T23:53:15.723" v="343" actId="478"/>
          <ac:spMkLst>
            <pc:docMk/>
            <pc:sldMk cId="2235681136" sldId="479"/>
            <ac:spMk id="2" creationId="{D01DEAFF-3BEF-40B5-D790-00B6E7AFE240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3:33.509" v="377"/>
          <ac:spMkLst>
            <pc:docMk/>
            <pc:sldMk cId="2235681136" sldId="479"/>
            <ac:spMk id="3" creationId="{6ABB4216-E2C0-55A7-499C-2C88DE26E32F}"/>
          </ac:spMkLst>
        </pc:spChg>
        <pc:spChg chg="add del">
          <ac:chgData name="Mohammad Dakhilallah Mohammad Alahmadi" userId="9b436a58-7297-423f-8410-66c59c69358a" providerId="ADAL" clId="{5F38C85D-C823-4A8F-87B0-FBD7462020C1}" dt="2024-05-06T05:44:39.041" v="509" actId="22"/>
          <ac:spMkLst>
            <pc:docMk/>
            <pc:sldMk cId="2235681136" sldId="479"/>
            <ac:spMk id="3" creationId="{A6B11828-4022-98B0-CD27-BB75A142A001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3:33.509" v="377"/>
          <ac:spMkLst>
            <pc:docMk/>
            <pc:sldMk cId="2235681136" sldId="479"/>
            <ac:spMk id="4" creationId="{1126AD8E-4F9B-5528-C42A-C31BA4328266}"/>
          </ac:spMkLst>
        </pc:spChg>
        <pc:spChg chg="add mod">
          <ac:chgData name="Mohammad Dakhilallah Mohammad Alahmadi" userId="9b436a58-7297-423f-8410-66c59c69358a" providerId="ADAL" clId="{5F38C85D-C823-4A8F-87B0-FBD7462020C1}" dt="2024-05-06T05:44:44.683" v="511" actId="1076"/>
          <ac:spMkLst>
            <pc:docMk/>
            <pc:sldMk cId="2235681136" sldId="479"/>
            <ac:spMk id="4" creationId="{16FB2480-025A-78BE-30EF-EC4ED74ED230}"/>
          </ac:spMkLst>
        </pc:spChg>
        <pc:spChg chg="del">
          <ac:chgData name="Mohammad Dakhilallah Mohammad Alahmadi" userId="9b436a58-7297-423f-8410-66c59c69358a" providerId="ADAL" clId="{5F38C85D-C823-4A8F-87B0-FBD7462020C1}" dt="2023-09-09T23:53:15.723" v="343" actId="478"/>
          <ac:spMkLst>
            <pc:docMk/>
            <pc:sldMk cId="2235681136" sldId="479"/>
            <ac:spMk id="5" creationId="{00000000-0000-0000-0000-000000000000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3:33.509" v="377"/>
          <ac:spMkLst>
            <pc:docMk/>
            <pc:sldMk cId="2235681136" sldId="479"/>
            <ac:spMk id="6" creationId="{F93921F0-5D89-9E4A-463B-4D79DFB4993B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3:33.509" v="377"/>
          <ac:spMkLst>
            <pc:docMk/>
            <pc:sldMk cId="2235681136" sldId="479"/>
            <ac:spMk id="7" creationId="{3310E299-ED25-55C7-712D-78790E200ED4}"/>
          </ac:spMkLst>
        </pc:spChg>
        <pc:spChg chg="add del mod">
          <ac:chgData name="Mohammad Dakhilallah Mohammad Alahmadi" userId="9b436a58-7297-423f-8410-66c59c69358a" providerId="ADAL" clId="{5F38C85D-C823-4A8F-87B0-FBD7462020C1}" dt="2023-09-09T23:54:47.280" v="385" actId="478"/>
          <ac:spMkLst>
            <pc:docMk/>
            <pc:sldMk cId="2235681136" sldId="479"/>
            <ac:spMk id="8" creationId="{72FA0BC7-44B6-A919-5D31-A5E70EBF3D5A}"/>
          </ac:spMkLst>
        </pc:spChg>
        <pc:spChg chg="add del mod">
          <ac:chgData name="Mohammad Dakhilallah Mohammad Alahmadi" userId="9b436a58-7297-423f-8410-66c59c69358a" providerId="ADAL" clId="{5F38C85D-C823-4A8F-87B0-FBD7462020C1}" dt="2023-12-20T02:36:07.505" v="507" actId="478"/>
          <ac:spMkLst>
            <pc:docMk/>
            <pc:sldMk cId="2235681136" sldId="479"/>
            <ac:spMk id="9" creationId="{C95D3711-4FD4-9F53-ADB4-256CAE4FDEC2}"/>
          </ac:spMkLst>
        </pc:spChg>
        <pc:spChg chg="del">
          <ac:chgData name="Mohammad Dakhilallah Mohammad Alahmadi" userId="9b436a58-7297-423f-8410-66c59c69358a" providerId="ADAL" clId="{5F38C85D-C823-4A8F-87B0-FBD7462020C1}" dt="2023-09-09T23:53:15.723" v="343" actId="478"/>
          <ac:spMkLst>
            <pc:docMk/>
            <pc:sldMk cId="2235681136" sldId="479"/>
            <ac:spMk id="10" creationId="{80C8D24F-7018-3BD9-EE8E-77DA68D7E80D}"/>
          </ac:spMkLst>
        </pc:spChg>
        <pc:spChg chg="del">
          <ac:chgData name="Mohammad Dakhilallah Mohammad Alahmadi" userId="9b436a58-7297-423f-8410-66c59c69358a" providerId="ADAL" clId="{5F38C85D-C823-4A8F-87B0-FBD7462020C1}" dt="2023-09-09T23:53:15.723" v="343" actId="478"/>
          <ac:spMkLst>
            <pc:docMk/>
            <pc:sldMk cId="2235681136" sldId="479"/>
            <ac:spMk id="11" creationId="{E5061BB6-9810-37C3-BE0B-757407E30AE8}"/>
          </ac:spMkLst>
        </pc:spChg>
        <pc:spChg chg="del">
          <ac:chgData name="Mohammad Dakhilallah Mohammad Alahmadi" userId="9b436a58-7297-423f-8410-66c59c69358a" providerId="ADAL" clId="{5F38C85D-C823-4A8F-87B0-FBD7462020C1}" dt="2023-09-09T23:53:15.723" v="343" actId="478"/>
          <ac:spMkLst>
            <pc:docMk/>
            <pc:sldMk cId="2235681136" sldId="479"/>
            <ac:spMk id="12" creationId="{F5011EF1-303D-2535-CA52-36BF70338BA7}"/>
          </ac:spMkLst>
        </pc:spChg>
        <pc:spChg chg="add mod">
          <ac:chgData name="Mohammad Dakhilallah Mohammad Alahmadi" userId="9b436a58-7297-423f-8410-66c59c69358a" providerId="ADAL" clId="{5F38C85D-C823-4A8F-87B0-FBD7462020C1}" dt="2023-09-09T23:55:10.215" v="389" actId="1076"/>
          <ac:spMkLst>
            <pc:docMk/>
            <pc:sldMk cId="2235681136" sldId="479"/>
            <ac:spMk id="13" creationId="{12D73FD4-92CD-DC2A-A451-90B6CB127236}"/>
          </ac:spMkLst>
        </pc:spChg>
        <pc:spChg chg="add mod">
          <ac:chgData name="Mohammad Dakhilallah Mohammad Alahmadi" userId="9b436a58-7297-423f-8410-66c59c69358a" providerId="ADAL" clId="{5F38C85D-C823-4A8F-87B0-FBD7462020C1}" dt="2023-09-09T23:55:10.215" v="389" actId="1076"/>
          <ac:spMkLst>
            <pc:docMk/>
            <pc:sldMk cId="2235681136" sldId="479"/>
            <ac:spMk id="14" creationId="{04E55A29-5F3E-A459-0152-837A05DE3C07}"/>
          </ac:spMkLst>
        </pc:spChg>
        <pc:spChg chg="add mod">
          <ac:chgData name="Mohammad Dakhilallah Mohammad Alahmadi" userId="9b436a58-7297-423f-8410-66c59c69358a" providerId="ADAL" clId="{5F38C85D-C823-4A8F-87B0-FBD7462020C1}" dt="2023-09-09T23:55:05.226" v="388" actId="207"/>
          <ac:spMkLst>
            <pc:docMk/>
            <pc:sldMk cId="2235681136" sldId="479"/>
            <ac:spMk id="15" creationId="{BD2AE442-16AE-9EFB-6B1F-E711F9AF919D}"/>
          </ac:spMkLst>
        </pc:spChg>
        <pc:spChg chg="mod">
          <ac:chgData name="Mohammad Dakhilallah Mohammad Alahmadi" userId="9b436a58-7297-423f-8410-66c59c69358a" providerId="ADAL" clId="{5F38C85D-C823-4A8F-87B0-FBD7462020C1}" dt="2023-09-09T23:55:39.993" v="419" actId="20577"/>
          <ac:spMkLst>
            <pc:docMk/>
            <pc:sldMk cId="2235681136" sldId="479"/>
            <ac:spMk id="9218" creationId="{00000000-0000-0000-0000-000000000000}"/>
          </ac:spMkLst>
        </pc:spChg>
      </pc:sldChg>
      <pc:sldChg chg="addSp delSp modSp mod">
        <pc:chgData name="Mohammad Dakhilallah Mohammad Alahmadi" userId="9b436a58-7297-423f-8410-66c59c69358a" providerId="ADAL" clId="{5F38C85D-C823-4A8F-87B0-FBD7462020C1}" dt="2023-09-09T23:57:04.170" v="488" actId="1076"/>
        <pc:sldMkLst>
          <pc:docMk/>
          <pc:sldMk cId="12798721" sldId="480"/>
        </pc:sldMkLst>
        <pc:spChg chg="add mod">
          <ac:chgData name="Mohammad Dakhilallah Mohammad Alahmadi" userId="9b436a58-7297-423f-8410-66c59c69358a" providerId="ADAL" clId="{5F38C85D-C823-4A8F-87B0-FBD7462020C1}" dt="2023-09-09T23:57:04.170" v="488" actId="1076"/>
          <ac:spMkLst>
            <pc:docMk/>
            <pc:sldMk cId="12798721" sldId="480"/>
            <ac:spMk id="2" creationId="{35967332-A690-824E-CFDA-5CB2B8E529C8}"/>
          </ac:spMkLst>
        </pc:spChg>
        <pc:spChg chg="add mod">
          <ac:chgData name="Mohammad Dakhilallah Mohammad Alahmadi" userId="9b436a58-7297-423f-8410-66c59c69358a" providerId="ADAL" clId="{5F38C85D-C823-4A8F-87B0-FBD7462020C1}" dt="2023-09-09T23:57:04.170" v="488" actId="1076"/>
          <ac:spMkLst>
            <pc:docMk/>
            <pc:sldMk cId="12798721" sldId="480"/>
            <ac:spMk id="3" creationId="{CB146D7F-5CB8-9A8D-E394-2D6981905425}"/>
          </ac:spMkLst>
        </pc:spChg>
        <pc:spChg chg="mod">
          <ac:chgData name="Mohammad Dakhilallah Mohammad Alahmadi" userId="9b436a58-7297-423f-8410-66c59c69358a" providerId="ADAL" clId="{5F38C85D-C823-4A8F-87B0-FBD7462020C1}" dt="2023-09-09T23:56:51.710" v="483" actId="207"/>
          <ac:spMkLst>
            <pc:docMk/>
            <pc:sldMk cId="12798721" sldId="480"/>
            <ac:spMk id="4" creationId="{4EDE6EB4-C80F-E439-7FCD-1A8D99555497}"/>
          </ac:spMkLst>
        </pc:spChg>
        <pc:spChg chg="del mod">
          <ac:chgData name="Mohammad Dakhilallah Mohammad Alahmadi" userId="9b436a58-7297-423f-8410-66c59c69358a" providerId="ADAL" clId="{5F38C85D-C823-4A8F-87B0-FBD7462020C1}" dt="2023-09-09T23:56:55.754" v="486" actId="478"/>
          <ac:spMkLst>
            <pc:docMk/>
            <pc:sldMk cId="12798721" sldId="480"/>
            <ac:spMk id="7" creationId="{29560526-F6E1-DCEF-CF8B-321C660F3F86}"/>
          </ac:spMkLst>
        </pc:spChg>
        <pc:spChg chg="add mod">
          <ac:chgData name="Mohammad Dakhilallah Mohammad Alahmadi" userId="9b436a58-7297-423f-8410-66c59c69358a" providerId="ADAL" clId="{5F38C85D-C823-4A8F-87B0-FBD7462020C1}" dt="2023-09-09T23:57:04.170" v="488" actId="1076"/>
          <ac:spMkLst>
            <pc:docMk/>
            <pc:sldMk cId="12798721" sldId="480"/>
            <ac:spMk id="8" creationId="{97B8C5AF-ED26-7707-A471-65D68A5A23DB}"/>
          </ac:spMkLst>
        </pc:spChg>
        <pc:spChg chg="mod">
          <ac:chgData name="Mohammad Dakhilallah Mohammad Alahmadi" userId="9b436a58-7297-423f-8410-66c59c69358a" providerId="ADAL" clId="{5F38C85D-C823-4A8F-87B0-FBD7462020C1}" dt="2023-09-09T23:56:36.073" v="479" actId="20577"/>
          <ac:spMkLst>
            <pc:docMk/>
            <pc:sldMk cId="12798721" sldId="480"/>
            <ac:spMk id="9218" creationId="{00000000-0000-0000-0000-000000000000}"/>
          </ac:spMkLst>
        </pc:spChg>
        <pc:picChg chg="del">
          <ac:chgData name="Mohammad Dakhilallah Mohammad Alahmadi" userId="9b436a58-7297-423f-8410-66c59c69358a" providerId="ADAL" clId="{5F38C85D-C823-4A8F-87B0-FBD7462020C1}" dt="2023-09-09T23:56:54.717" v="485" actId="478"/>
          <ac:picMkLst>
            <pc:docMk/>
            <pc:sldMk cId="12798721" sldId="480"/>
            <ac:picMk id="6" creationId="{56F2731C-4F4F-ED64-8BD3-F8ECE9EDFE59}"/>
          </ac:picMkLst>
        </pc:picChg>
      </pc:sldChg>
      <pc:sldChg chg="addSp delSp modSp mod">
        <pc:chgData name="Mohammad Dakhilallah Mohammad Alahmadi" userId="9b436a58-7297-423f-8410-66c59c69358a" providerId="ADAL" clId="{5F38C85D-C823-4A8F-87B0-FBD7462020C1}" dt="2023-09-09T23:58:11.425" v="500" actId="1076"/>
        <pc:sldMkLst>
          <pc:docMk/>
          <pc:sldMk cId="1425169577" sldId="481"/>
        </pc:sldMkLst>
        <pc:spChg chg="del">
          <ac:chgData name="Mohammad Dakhilallah Mohammad Alahmadi" userId="9b436a58-7297-423f-8410-66c59c69358a" providerId="ADAL" clId="{5F38C85D-C823-4A8F-87B0-FBD7462020C1}" dt="2023-09-09T23:57:37.246" v="492" actId="478"/>
          <ac:spMkLst>
            <pc:docMk/>
            <pc:sldMk cId="1425169577" sldId="481"/>
            <ac:spMk id="2" creationId="{FB5E7FCE-BB42-F335-2FC1-8E19FA70BB89}"/>
          </ac:spMkLst>
        </pc:spChg>
        <pc:spChg chg="del">
          <ac:chgData name="Mohammad Dakhilallah Mohammad Alahmadi" userId="9b436a58-7297-423f-8410-66c59c69358a" providerId="ADAL" clId="{5F38C85D-C823-4A8F-87B0-FBD7462020C1}" dt="2023-09-09T23:57:43.184" v="493" actId="478"/>
          <ac:spMkLst>
            <pc:docMk/>
            <pc:sldMk cId="1425169577" sldId="481"/>
            <ac:spMk id="3" creationId="{376E30AE-1E0B-ACEA-C11D-68184E6F9D13}"/>
          </ac:spMkLst>
        </pc:spChg>
        <pc:spChg chg="add mod">
          <ac:chgData name="Mohammad Dakhilallah Mohammad Alahmadi" userId="9b436a58-7297-423f-8410-66c59c69358a" providerId="ADAL" clId="{5F38C85D-C823-4A8F-87B0-FBD7462020C1}" dt="2023-09-09T23:58:03.570" v="498" actId="207"/>
          <ac:spMkLst>
            <pc:docMk/>
            <pc:sldMk cId="1425169577" sldId="481"/>
            <ac:spMk id="4" creationId="{C9BE6C8E-40CC-CDB4-40A8-8107C946AB02}"/>
          </ac:spMkLst>
        </pc:spChg>
        <pc:spChg chg="add mod">
          <ac:chgData name="Mohammad Dakhilallah Mohammad Alahmadi" userId="9b436a58-7297-423f-8410-66c59c69358a" providerId="ADAL" clId="{5F38C85D-C823-4A8F-87B0-FBD7462020C1}" dt="2023-09-09T23:58:11.425" v="500" actId="1076"/>
          <ac:spMkLst>
            <pc:docMk/>
            <pc:sldMk cId="1425169577" sldId="481"/>
            <ac:spMk id="6" creationId="{0845913C-5B26-7567-0B7E-27519D9E3326}"/>
          </ac:spMkLst>
        </pc:spChg>
        <pc:spChg chg="del">
          <ac:chgData name="Mohammad Dakhilallah Mohammad Alahmadi" userId="9b436a58-7297-423f-8410-66c59c69358a" providerId="ADAL" clId="{5F38C85D-C823-4A8F-87B0-FBD7462020C1}" dt="2023-09-09T23:57:44.138" v="494" actId="478"/>
          <ac:spMkLst>
            <pc:docMk/>
            <pc:sldMk cId="1425169577" sldId="481"/>
            <ac:spMk id="7" creationId="{EAF05C7B-F1EA-7E18-12D5-0929DDE300E7}"/>
          </ac:spMkLst>
        </pc:spChg>
        <pc:spChg chg="add mod">
          <ac:chgData name="Mohammad Dakhilallah Mohammad Alahmadi" userId="9b436a58-7297-423f-8410-66c59c69358a" providerId="ADAL" clId="{5F38C85D-C823-4A8F-87B0-FBD7462020C1}" dt="2023-09-09T23:58:11.425" v="500" actId="1076"/>
          <ac:spMkLst>
            <pc:docMk/>
            <pc:sldMk cId="1425169577" sldId="481"/>
            <ac:spMk id="8" creationId="{CE1D4165-D4F8-9AC8-74A7-E7EE6E410999}"/>
          </ac:spMkLst>
        </pc:spChg>
        <pc:spChg chg="mod">
          <ac:chgData name="Mohammad Dakhilallah Mohammad Alahmadi" userId="9b436a58-7297-423f-8410-66c59c69358a" providerId="ADAL" clId="{5F38C85D-C823-4A8F-87B0-FBD7462020C1}" dt="2023-09-09T23:57:34.618" v="491" actId="255"/>
          <ac:spMkLst>
            <pc:docMk/>
            <pc:sldMk cId="1425169577" sldId="481"/>
            <ac:spMk id="9218" creationId="{00000000-0000-0000-0000-000000000000}"/>
          </ac:spMkLst>
        </pc:spChg>
      </pc:sldChg>
      <pc:sldChg chg="del">
        <pc:chgData name="Mohammad Dakhilallah Mohammad Alahmadi" userId="9b436a58-7297-423f-8410-66c59c69358a" providerId="ADAL" clId="{5F38C85D-C823-4A8F-87B0-FBD7462020C1}" dt="2023-09-09T23:58:19.829" v="501" actId="47"/>
        <pc:sldMkLst>
          <pc:docMk/>
          <pc:sldMk cId="1071862721" sldId="482"/>
        </pc:sldMkLst>
      </pc:sldChg>
      <pc:sldChg chg="del">
        <pc:chgData name="Mohammad Dakhilallah Mohammad Alahmadi" userId="9b436a58-7297-423f-8410-66c59c69358a" providerId="ADAL" clId="{5F38C85D-C823-4A8F-87B0-FBD7462020C1}" dt="2023-09-09T23:58:25.853" v="504" actId="47"/>
        <pc:sldMkLst>
          <pc:docMk/>
          <pc:sldMk cId="1133173803" sldId="483"/>
        </pc:sldMkLst>
      </pc:sldChg>
      <pc:sldChg chg="del">
        <pc:chgData name="Mohammad Dakhilallah Mohammad Alahmadi" userId="9b436a58-7297-423f-8410-66c59c69358a" providerId="ADAL" clId="{5F38C85D-C823-4A8F-87B0-FBD7462020C1}" dt="2023-09-09T23:58:23.808" v="503" actId="47"/>
        <pc:sldMkLst>
          <pc:docMk/>
          <pc:sldMk cId="769152356" sldId="484"/>
        </pc:sldMkLst>
      </pc:sldChg>
      <pc:sldChg chg="del">
        <pc:chgData name="Mohammad Dakhilallah Mohammad Alahmadi" userId="9b436a58-7297-423f-8410-66c59c69358a" providerId="ADAL" clId="{5F38C85D-C823-4A8F-87B0-FBD7462020C1}" dt="2023-09-09T23:58:22.503" v="502" actId="47"/>
        <pc:sldMkLst>
          <pc:docMk/>
          <pc:sldMk cId="1452780863" sldId="4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5/6/2024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6.1</a:t>
            </a:r>
            <a:br>
              <a:rPr lang="en-US" altLang="en-US" b="1" dirty="0">
                <a:solidFill>
                  <a:schemeClr val="tx1"/>
                </a:solidFill>
                <a:cs typeface="Calibri Light"/>
              </a:rPr>
            </a:br>
            <a:r>
              <a:rPr lang="en-US" altLang="en-US" b="1" dirty="0">
                <a:solidFill>
                  <a:schemeClr val="tx1"/>
                </a:solidFill>
                <a:cs typeface="Calibri Light"/>
              </a:rPr>
              <a:t>Code Refactoring (Bad Smells)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BD703-CB40-13F3-AF07-698E2629F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indent="-188595">
              <a:spcBef>
                <a:spcPts val="594"/>
              </a:spcBef>
              <a:buFont typeface="Arial"/>
              <a:buChar char="•"/>
              <a:tabLst>
                <a:tab pos="199073" algn="l"/>
              </a:tabLst>
            </a:pPr>
            <a:r>
              <a:rPr lang="en-GB" sz="2600" spc="-8" dirty="0">
                <a:solidFill>
                  <a:schemeClr val="tx1"/>
                </a:solidFill>
                <a:latin typeface="+mn-lt"/>
                <a:cs typeface="Calibri"/>
              </a:rPr>
              <a:t>What is Refactoring?</a:t>
            </a:r>
          </a:p>
          <a:p>
            <a:pPr marL="199073" indent="-188595">
              <a:spcBef>
                <a:spcPts val="59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dirty="0">
                <a:solidFill>
                  <a:schemeClr val="tx1"/>
                </a:solidFill>
                <a:latin typeface="+mn-lt"/>
              </a:rPr>
              <a:t>Composing Methods </a:t>
            </a:r>
            <a:endParaRPr lang="en-GB" sz="2600" dirty="0">
              <a:solidFill>
                <a:schemeClr val="tx1"/>
              </a:solidFill>
              <a:latin typeface="+mn-lt"/>
            </a:endParaRPr>
          </a:p>
          <a:p>
            <a:pPr marL="914400" lvl="3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Extract Method</a:t>
            </a:r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marL="914400" lvl="3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Replace Temp with Query</a:t>
            </a:r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marL="914400" lvl="3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Introduce Explaining Variable</a:t>
            </a:r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marL="914400" lvl="3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Split Temporary Variable</a:t>
            </a:r>
            <a:endParaRPr lang="en-GB" sz="2400" dirty="0">
              <a:solidFill>
                <a:schemeClr val="tx1"/>
              </a:solidFill>
              <a:latin typeface="+mn-lt"/>
            </a:endParaRPr>
          </a:p>
          <a:p>
            <a:pPr marL="914400" lvl="3" indent="-285750">
              <a:buClr>
                <a:srgbClr val="0070C0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Remove Assignments to Parameters</a:t>
            </a:r>
            <a:endParaRPr lang="en-GB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sz="4400" b="1" dirty="0">
                <a:solidFill>
                  <a:schemeClr val="tx1"/>
                </a:solidFill>
              </a:rPr>
              <a:t>What is Refactoring?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D4BAEF2-7364-3F83-DA6E-176B7E1DA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Modifying </a:t>
            </a:r>
            <a:r>
              <a:rPr lang="en-US" sz="2600" spc="-21" dirty="0">
                <a:solidFill>
                  <a:schemeClr val="tx1"/>
                </a:solidFill>
                <a:latin typeface="+mn-lt"/>
                <a:cs typeface="Calibri"/>
              </a:rPr>
              <a:t>software code </a:t>
            </a:r>
            <a:r>
              <a:rPr lang="en-US" sz="2600" spc="-33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600" spc="-29" dirty="0">
                <a:solidFill>
                  <a:schemeClr val="tx1"/>
                </a:solidFill>
                <a:latin typeface="+mn-lt"/>
                <a:cs typeface="Calibri"/>
              </a:rPr>
              <a:t>improve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its </a:t>
            </a:r>
            <a:r>
              <a:rPr lang="en-US" sz="2600" spc="-41" dirty="0">
                <a:solidFill>
                  <a:schemeClr val="tx1"/>
                </a:solidFill>
                <a:latin typeface="+mn-lt"/>
                <a:cs typeface="Calibri"/>
              </a:rPr>
              <a:t>readability, </a:t>
            </a:r>
            <a:r>
              <a:rPr lang="en-US" sz="2600" spc="-37" dirty="0">
                <a:solidFill>
                  <a:schemeClr val="tx1"/>
                </a:solidFill>
                <a:latin typeface="+mn-lt"/>
                <a:cs typeface="Calibri"/>
              </a:rPr>
              <a:t>maintainability, </a:t>
            </a: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and </a:t>
            </a:r>
            <a:r>
              <a:rPr lang="en-US" sz="2600" spc="-8" dirty="0">
                <a:solidFill>
                  <a:schemeClr val="tx1"/>
                </a:solidFill>
                <a:latin typeface="+mn-lt"/>
                <a:cs typeface="Calibri"/>
              </a:rPr>
              <a:t>extensibility </a:t>
            </a:r>
            <a:r>
              <a:rPr lang="en-US" sz="2600" i="1" u="heavy" spc="-4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+mn-lt"/>
                <a:cs typeface="Calibri"/>
              </a:rPr>
              <a:t>without changing what it actually</a:t>
            </a:r>
            <a:r>
              <a:rPr lang="en-US" sz="2600" i="1" u="heavy" spc="70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+mn-lt"/>
                <a:cs typeface="Calibri"/>
              </a:rPr>
              <a:t> </a:t>
            </a:r>
            <a:r>
              <a:rPr lang="en-US" sz="2600" i="1" u="heavy" spc="-4" dirty="0">
                <a:solidFill>
                  <a:srgbClr val="0070BF"/>
                </a:solidFill>
                <a:uFill>
                  <a:solidFill>
                    <a:srgbClr val="0070BF"/>
                  </a:solidFill>
                </a:uFill>
                <a:latin typeface="+mn-lt"/>
                <a:cs typeface="Calibri"/>
              </a:rPr>
              <a:t>does</a:t>
            </a:r>
            <a:r>
              <a:rPr lang="en-US" sz="2600" spc="-4" dirty="0">
                <a:latin typeface="+mn-lt"/>
                <a:cs typeface="Calibri"/>
              </a:rPr>
              <a:t>.</a:t>
            </a:r>
            <a:endParaRPr lang="en-US" sz="2600" dirty="0">
              <a:latin typeface="+mn-lt"/>
              <a:cs typeface="Calibri"/>
            </a:endParaRPr>
          </a:p>
          <a:p>
            <a:pPr marL="576263" lvl="1" indent="-188595">
              <a:spcBef>
                <a:spcPts val="450"/>
              </a:spcBef>
              <a:buClr>
                <a:srgbClr val="FF0000"/>
              </a:buClr>
              <a:buFont typeface="Arial"/>
              <a:buChar char="•"/>
              <a:tabLst>
                <a:tab pos="576263" algn="l"/>
              </a:tabLst>
            </a:pPr>
            <a:r>
              <a:rPr lang="en-US" sz="2400" spc="-4" dirty="0">
                <a:solidFill>
                  <a:srgbClr val="FF0000"/>
                </a:solidFill>
                <a:latin typeface="+mn-lt"/>
                <a:cs typeface="Calibri"/>
              </a:rPr>
              <a:t>External </a:t>
            </a:r>
            <a:r>
              <a:rPr lang="en-US" sz="2400" spc="-8" dirty="0">
                <a:solidFill>
                  <a:srgbClr val="FF0000"/>
                </a:solidFill>
                <a:latin typeface="+mn-lt"/>
                <a:cs typeface="Calibri"/>
              </a:rPr>
              <a:t>behavior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Calibri"/>
              </a:rPr>
              <a:t>does </a:t>
            </a:r>
            <a:r>
              <a:rPr lang="en-US" sz="2400" spc="-37" dirty="0">
                <a:solidFill>
                  <a:srgbClr val="FF0000"/>
                </a:solidFill>
                <a:latin typeface="+mn-lt"/>
                <a:cs typeface="Calibri"/>
              </a:rPr>
              <a:t>NOT</a:t>
            </a:r>
            <a:r>
              <a:rPr lang="en-US" sz="2400" spc="41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400" spc="-8" dirty="0">
                <a:solidFill>
                  <a:srgbClr val="FF0000"/>
                </a:solidFill>
                <a:latin typeface="+mn-lt"/>
                <a:cs typeface="Calibri"/>
              </a:rPr>
              <a:t>change</a:t>
            </a:r>
            <a:endParaRPr lang="en-US" sz="2400" dirty="0">
              <a:latin typeface="+mn-lt"/>
              <a:cs typeface="Calibri"/>
            </a:endParaRPr>
          </a:p>
          <a:p>
            <a:pPr marL="576263" lvl="1" indent="-188595">
              <a:spcBef>
                <a:spcPts val="337"/>
              </a:spcBef>
              <a:buClr>
                <a:srgbClr val="FF0000"/>
              </a:buClr>
              <a:buFont typeface="Arial"/>
              <a:buChar char="•"/>
              <a:tabLst>
                <a:tab pos="576263" algn="l"/>
              </a:tabLst>
            </a:pPr>
            <a:r>
              <a:rPr lang="en-US" sz="2400" spc="-8" dirty="0">
                <a:solidFill>
                  <a:srgbClr val="FF0000"/>
                </a:solidFill>
                <a:latin typeface="+mn-lt"/>
                <a:cs typeface="Calibri"/>
              </a:rPr>
              <a:t>Internal structure </a:t>
            </a:r>
            <a:r>
              <a:rPr lang="en-US" sz="2400" spc="-4" dirty="0">
                <a:solidFill>
                  <a:srgbClr val="FF0000"/>
                </a:solidFill>
                <a:latin typeface="+mn-lt"/>
                <a:cs typeface="Calibri"/>
              </a:rPr>
              <a:t>is</a:t>
            </a:r>
            <a:r>
              <a:rPr lang="en-US" sz="2400" spc="33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400" spc="-12" dirty="0">
                <a:solidFill>
                  <a:srgbClr val="FF0000"/>
                </a:solidFill>
                <a:latin typeface="+mn-lt"/>
                <a:cs typeface="Calibri"/>
              </a:rPr>
              <a:t>improved</a:t>
            </a:r>
            <a:endParaRPr lang="en-US" sz="2400" dirty="0">
              <a:latin typeface="+mn-lt"/>
              <a:cs typeface="Calibri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6E1AF9FD-59BD-8543-9BCB-FE08E8FA062B}"/>
              </a:ext>
            </a:extLst>
          </p:cNvPr>
          <p:cNvSpPr/>
          <p:nvPr/>
        </p:nvSpPr>
        <p:spPr>
          <a:xfrm>
            <a:off x="291979" y="3288792"/>
            <a:ext cx="8534400" cy="327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What is Refactoring? (cont.)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498236D-50AE-CE4D-A580-2AF3A83BA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829" y="1234281"/>
            <a:ext cx="8418285" cy="4389437"/>
          </a:xfrm>
        </p:spPr>
        <p:txBody>
          <a:bodyPr/>
          <a:lstStyle/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It is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disciplined </a:t>
            </a:r>
            <a:r>
              <a:rPr lang="en-US" sz="2800" spc="-45" dirty="0">
                <a:solidFill>
                  <a:schemeClr val="tx1"/>
                </a:solidFill>
                <a:latin typeface="+mn-lt"/>
                <a:cs typeface="Calibri"/>
              </a:rPr>
              <a:t>way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clean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up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code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that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minimizes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chances of 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introducing</a:t>
            </a:r>
            <a:r>
              <a:rPr lang="en-US" sz="2800" spc="41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+mn-lt"/>
                <a:cs typeface="Calibri"/>
              </a:rPr>
              <a:t>bugs</a:t>
            </a:r>
            <a:r>
              <a:rPr lang="en-US" sz="2800" spc="-4" dirty="0">
                <a:latin typeface="+mn-lt"/>
                <a:cs typeface="Calibri"/>
              </a:rPr>
              <a:t>.</a:t>
            </a:r>
            <a:endParaRPr lang="en-US" sz="2800" dirty="0">
              <a:latin typeface="+mn-lt"/>
              <a:cs typeface="Calibri"/>
            </a:endParaRPr>
          </a:p>
        </p:txBody>
      </p:sp>
      <p:pic>
        <p:nvPicPr>
          <p:cNvPr id="4" name="Picture 2" descr="Knowing when it's time to refactor your code - Clubhouse">
            <a:extLst>
              <a:ext uri="{FF2B5EF4-FFF2-40B4-BE49-F238E27FC236}">
                <a16:creationId xmlns:a16="http://schemas.microsoft.com/office/drawing/2014/main" id="{30C75084-046D-9538-B674-6C8F6A8D8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458" y="2128564"/>
            <a:ext cx="7509083" cy="44063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What is Refactoring? (cont.)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0E6E638-B2BE-75CE-F728-FD5CB27E87C0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380857" indent="-188595">
              <a:spcBef>
                <a:spcPts val="73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600" spc="-4" dirty="0">
                <a:solidFill>
                  <a:schemeClr val="tx1"/>
                </a:solidFill>
                <a:latin typeface="+mn-lt"/>
                <a:cs typeface="Calibri"/>
              </a:rPr>
              <a:t>In essence when </a:t>
            </a:r>
            <a:r>
              <a:rPr lang="en-US" sz="2600" spc="-2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600" spc="-33" dirty="0">
                <a:solidFill>
                  <a:schemeClr val="tx1"/>
                </a:solidFill>
                <a:latin typeface="+mn-lt"/>
                <a:cs typeface="Calibri"/>
              </a:rPr>
              <a:t>refactor </a:t>
            </a:r>
            <a:r>
              <a:rPr lang="en-US" sz="2600" spc="-21" dirty="0">
                <a:solidFill>
                  <a:schemeClr val="tx1"/>
                </a:solidFill>
                <a:latin typeface="+mn-lt"/>
                <a:cs typeface="Calibri"/>
              </a:rPr>
              <a:t>you are </a:t>
            </a:r>
            <a:r>
              <a:rPr lang="en-US" sz="2600" spc="-8" dirty="0">
                <a:solidFill>
                  <a:srgbClr val="FF0000"/>
                </a:solidFill>
                <a:latin typeface="+mn-lt"/>
                <a:cs typeface="Calibri"/>
              </a:rPr>
              <a:t>improving </a:t>
            </a:r>
            <a:r>
              <a:rPr lang="en-US" sz="2600" dirty="0">
                <a:solidFill>
                  <a:srgbClr val="FF0000"/>
                </a:solidFill>
                <a:latin typeface="+mn-lt"/>
                <a:cs typeface="Calibri"/>
              </a:rPr>
              <a:t>the </a:t>
            </a:r>
            <a:r>
              <a:rPr lang="en-US" sz="2600" spc="-4" dirty="0">
                <a:solidFill>
                  <a:srgbClr val="FF0000"/>
                </a:solidFill>
                <a:latin typeface="+mn-lt"/>
                <a:cs typeface="Calibri"/>
              </a:rPr>
              <a:t>design of </a:t>
            </a:r>
            <a:r>
              <a:rPr lang="en-US" sz="2600" dirty="0">
                <a:solidFill>
                  <a:srgbClr val="FF0000"/>
                </a:solidFill>
                <a:latin typeface="+mn-lt"/>
                <a:cs typeface="Calibri"/>
              </a:rPr>
              <a:t>the </a:t>
            </a:r>
            <a:r>
              <a:rPr lang="en-US" sz="2600" spc="-4" dirty="0">
                <a:solidFill>
                  <a:srgbClr val="FF0000"/>
                </a:solidFill>
                <a:latin typeface="+mn-lt"/>
                <a:cs typeface="Calibri"/>
              </a:rPr>
              <a:t>code </a:t>
            </a:r>
            <a:r>
              <a:rPr lang="en-US" sz="2600" spc="-12" dirty="0">
                <a:solidFill>
                  <a:srgbClr val="FF0000"/>
                </a:solidFill>
                <a:latin typeface="+mn-lt"/>
                <a:cs typeface="Calibri"/>
              </a:rPr>
              <a:t>after </a:t>
            </a:r>
            <a:r>
              <a:rPr lang="en-US" sz="2600" spc="-4" dirty="0">
                <a:solidFill>
                  <a:srgbClr val="FF0000"/>
                </a:solidFill>
                <a:latin typeface="+mn-lt"/>
                <a:cs typeface="Calibri"/>
              </a:rPr>
              <a:t>it has been</a:t>
            </a:r>
            <a:r>
              <a:rPr lang="en-US" sz="2600" spc="70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600" spc="-12" dirty="0">
                <a:solidFill>
                  <a:srgbClr val="FF0000"/>
                </a:solidFill>
                <a:latin typeface="+mn-lt"/>
                <a:cs typeface="Calibri"/>
              </a:rPr>
              <a:t>written</a:t>
            </a:r>
            <a:r>
              <a:rPr lang="en-US" sz="2600" spc="-12" dirty="0">
                <a:latin typeface="+mn-lt"/>
                <a:cs typeface="Calibri"/>
              </a:rPr>
              <a:t>.</a:t>
            </a:r>
            <a:endParaRPr lang="en-US" sz="2600" dirty="0">
              <a:latin typeface="+mn-lt"/>
              <a:cs typeface="Calibri"/>
            </a:endParaRPr>
          </a:p>
          <a:p>
            <a:pPr marL="576263" lvl="1" indent="-188595">
              <a:spcBef>
                <a:spcPts val="450"/>
              </a:spcBef>
              <a:buClr>
                <a:srgbClr val="0070C0"/>
              </a:buClr>
              <a:buFont typeface="Arial"/>
              <a:buChar char="•"/>
              <a:tabLst>
                <a:tab pos="576263" algn="l"/>
              </a:tabLst>
            </a:pPr>
            <a:r>
              <a:rPr lang="en-US" sz="2400" spc="-4" dirty="0">
                <a:solidFill>
                  <a:schemeClr val="tx1"/>
                </a:solidFill>
                <a:latin typeface="+mn-lt"/>
                <a:cs typeface="Calibri"/>
              </a:rPr>
              <a:t>In </a:t>
            </a:r>
            <a:r>
              <a:rPr lang="en-US" sz="2400" spc="-12" dirty="0">
                <a:solidFill>
                  <a:schemeClr val="tx1"/>
                </a:solidFill>
                <a:latin typeface="+mn-lt"/>
                <a:cs typeface="Calibri"/>
              </a:rPr>
              <a:t>software development, </a:t>
            </a:r>
            <a:r>
              <a:rPr lang="en-US" sz="2400" u="heavy" spc="-17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we </a:t>
            </a:r>
            <a:r>
              <a:rPr lang="en-US" sz="2400" u="heavy" spc="-8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design </a:t>
            </a:r>
            <a:r>
              <a:rPr lang="en-US" sz="2400" u="heavy" spc="-29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first </a:t>
            </a:r>
            <a:r>
              <a:rPr lang="en-US" sz="2400" u="heavy" spc="-8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then </a:t>
            </a:r>
            <a:r>
              <a:rPr lang="en-US" sz="2400" u="heavy" spc="-17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we</a:t>
            </a:r>
            <a:r>
              <a:rPr lang="en-US" sz="2400" u="heavy" spc="120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 </a:t>
            </a:r>
            <a:r>
              <a:rPr lang="en-US" sz="2400" u="heavy" spc="-12" dirty="0">
                <a:solidFill>
                  <a:schemeClr val="tx1"/>
                </a:solidFill>
                <a:uFill>
                  <a:solidFill>
                    <a:srgbClr val="000000"/>
                  </a:solidFill>
                </a:uFill>
                <a:latin typeface="+mn-lt"/>
                <a:cs typeface="Calibri"/>
              </a:rPr>
              <a:t>code</a:t>
            </a:r>
            <a:endParaRPr lang="en-US" sz="24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576263" marR="156115" lvl="1" indent="-188595">
              <a:spcBef>
                <a:spcPts val="239"/>
              </a:spcBef>
              <a:buClr>
                <a:srgbClr val="0070C0"/>
              </a:buClr>
              <a:buFont typeface="Arial"/>
              <a:buChar char="•"/>
              <a:tabLst>
                <a:tab pos="576263" algn="l"/>
              </a:tabLst>
            </a:pPr>
            <a:r>
              <a:rPr lang="en-US" sz="2400" spc="-25" dirty="0">
                <a:solidFill>
                  <a:schemeClr val="tx1"/>
                </a:solidFill>
                <a:latin typeface="+mn-lt"/>
                <a:cs typeface="Calibri"/>
              </a:rPr>
              <a:t>Refactoring </a:t>
            </a:r>
            <a:r>
              <a:rPr lang="en-US" sz="2400" spc="-4" dirty="0">
                <a:solidFill>
                  <a:schemeClr val="tx1"/>
                </a:solidFill>
                <a:latin typeface="+mn-lt"/>
                <a:cs typeface="Calibri"/>
              </a:rPr>
              <a:t>is </a:t>
            </a: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the opposite </a:t>
            </a:r>
            <a:r>
              <a:rPr lang="en-US" sz="2400" spc="-4" dirty="0">
                <a:solidFill>
                  <a:schemeClr val="tx1"/>
                </a:solidFill>
                <a:latin typeface="+mn-lt"/>
                <a:cs typeface="Calibri"/>
              </a:rPr>
              <a:t>of </a:t>
            </a:r>
            <a:r>
              <a:rPr lang="en-US" sz="2400" spc="-8" dirty="0">
                <a:solidFill>
                  <a:schemeClr val="tx1"/>
                </a:solidFill>
                <a:latin typeface="+mn-lt"/>
                <a:cs typeface="Calibri"/>
              </a:rPr>
              <a:t>this </a:t>
            </a:r>
            <a:r>
              <a:rPr lang="en-US" sz="2400" spc="-12" dirty="0">
                <a:solidFill>
                  <a:schemeClr val="tx1"/>
                </a:solidFill>
                <a:latin typeface="+mn-lt"/>
                <a:cs typeface="Calibri"/>
              </a:rPr>
              <a:t>practice: </a:t>
            </a:r>
            <a:r>
              <a:rPr lang="en-US" sz="2400" spc="-45" dirty="0">
                <a:solidFill>
                  <a:srgbClr val="FF0000"/>
                </a:solidFill>
                <a:latin typeface="+mn-lt"/>
                <a:cs typeface="Calibri"/>
              </a:rPr>
              <a:t>take </a:t>
            </a:r>
            <a:r>
              <a:rPr lang="en-US" sz="2400" dirty="0">
                <a:solidFill>
                  <a:srgbClr val="FF0000"/>
                </a:solidFill>
                <a:latin typeface="+mn-lt"/>
                <a:cs typeface="Calibri"/>
              </a:rPr>
              <a:t>a </a:t>
            </a:r>
            <a:r>
              <a:rPr lang="en-US" sz="2400" spc="-4" dirty="0">
                <a:solidFill>
                  <a:srgbClr val="FF0000"/>
                </a:solidFill>
                <a:latin typeface="+mn-lt"/>
                <a:cs typeface="Calibri"/>
              </a:rPr>
              <a:t>bad </a:t>
            </a:r>
            <a:r>
              <a:rPr lang="en-US" sz="2400" spc="-8" dirty="0">
                <a:solidFill>
                  <a:srgbClr val="FF0000"/>
                </a:solidFill>
                <a:latin typeface="+mn-lt"/>
                <a:cs typeface="Calibri"/>
              </a:rPr>
              <a:t>design, </a:t>
            </a:r>
            <a:r>
              <a:rPr lang="en-US" sz="2400" spc="-4" dirty="0">
                <a:solidFill>
                  <a:srgbClr val="FF0000"/>
                </a:solidFill>
                <a:latin typeface="+mn-lt"/>
                <a:cs typeface="Calibri"/>
              </a:rPr>
              <a:t>and </a:t>
            </a:r>
            <a:r>
              <a:rPr lang="en-US" sz="2400" spc="-12" dirty="0">
                <a:solidFill>
                  <a:srgbClr val="FF0000"/>
                </a:solidFill>
                <a:latin typeface="+mn-lt"/>
                <a:cs typeface="Calibri"/>
              </a:rPr>
              <a:t>rework </a:t>
            </a:r>
            <a:r>
              <a:rPr lang="en-US" sz="2400" spc="-4" dirty="0">
                <a:solidFill>
                  <a:srgbClr val="FF0000"/>
                </a:solidFill>
                <a:latin typeface="+mn-lt"/>
                <a:cs typeface="Calibri"/>
              </a:rPr>
              <a:t>it </a:t>
            </a:r>
            <a:r>
              <a:rPr lang="en-US" sz="2400" spc="-25" dirty="0">
                <a:solidFill>
                  <a:srgbClr val="FF0000"/>
                </a:solidFill>
                <a:latin typeface="+mn-lt"/>
                <a:cs typeface="Calibri"/>
              </a:rPr>
              <a:t>into </a:t>
            </a:r>
            <a:r>
              <a:rPr lang="en-US" sz="2400" spc="-8" dirty="0">
                <a:solidFill>
                  <a:srgbClr val="FF0000"/>
                </a:solidFill>
                <a:latin typeface="+mn-lt"/>
                <a:cs typeface="Calibri"/>
              </a:rPr>
              <a:t>well-designed</a:t>
            </a:r>
            <a:r>
              <a:rPr lang="en-US" sz="2400" spc="54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400" spc="-12" dirty="0">
                <a:solidFill>
                  <a:srgbClr val="FF0000"/>
                </a:solidFill>
                <a:latin typeface="+mn-lt"/>
                <a:cs typeface="Calibri"/>
              </a:rPr>
              <a:t>code</a:t>
            </a:r>
            <a:endParaRPr lang="en-US" sz="2400" dirty="0">
              <a:latin typeface="+mn-lt"/>
              <a:cs typeface="Calibri"/>
            </a:endParaRPr>
          </a:p>
        </p:txBody>
      </p:sp>
      <p:pic>
        <p:nvPicPr>
          <p:cNvPr id="2" name="Picture 2" descr="Making the business case for a large scale refactoring - Part 2 | Philippe  Bourgau's XP Coaching Blog">
            <a:extLst>
              <a:ext uri="{FF2B5EF4-FFF2-40B4-BE49-F238E27FC236}">
                <a16:creationId xmlns:a16="http://schemas.microsoft.com/office/drawing/2014/main" id="{FA4722D0-CEA1-2E46-189F-B28483B25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273" y="3592339"/>
            <a:ext cx="7361829" cy="27564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Composing Methods – </a:t>
            </a:r>
            <a:r>
              <a:rPr lang="en-US" sz="2800" b="1" spc="41" dirty="0">
                <a:solidFill>
                  <a:schemeClr val="tx1"/>
                </a:solidFill>
              </a:rPr>
              <a:t>Extract Method</a:t>
            </a:r>
            <a:endParaRPr lang="en-US" sz="2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5D61E736-D243-6283-262B-8F259D06C26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107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37" dirty="0">
                <a:solidFill>
                  <a:schemeClr val="tx1"/>
                </a:solidFill>
                <a:latin typeface="+mn-lt"/>
                <a:cs typeface="Calibri"/>
              </a:rPr>
              <a:t>have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code </a:t>
            </a:r>
            <a:r>
              <a:rPr lang="en-US" sz="2800" spc="-25" dirty="0">
                <a:solidFill>
                  <a:schemeClr val="tx1"/>
                </a:solidFill>
                <a:latin typeface="+mn-lt"/>
                <a:cs typeface="Calibri"/>
              </a:rPr>
              <a:t>fragment </a:t>
            </a:r>
            <a:r>
              <a:rPr lang="en-US" sz="2800" spc="-17" dirty="0">
                <a:solidFill>
                  <a:schemeClr val="tx1"/>
                </a:solidFill>
                <a:latin typeface="+mn-lt"/>
                <a:cs typeface="Calibri"/>
              </a:rPr>
              <a:t>that can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be </a:t>
            </a:r>
            <a:r>
              <a:rPr lang="en-US" sz="2800" spc="-17" dirty="0">
                <a:solidFill>
                  <a:schemeClr val="tx1"/>
                </a:solidFill>
                <a:latin typeface="+mn-lt"/>
                <a:cs typeface="Calibri"/>
              </a:rPr>
              <a:t>grouped</a:t>
            </a:r>
            <a:r>
              <a:rPr lang="en-US" sz="2800" spc="194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70" dirty="0">
                <a:solidFill>
                  <a:schemeClr val="tx1"/>
                </a:solidFill>
                <a:latin typeface="+mn-lt"/>
                <a:cs typeface="Calibri"/>
              </a:rPr>
              <a:t>together.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199073" marR="4191" indent="-188595">
              <a:spcBef>
                <a:spcPts val="101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66" dirty="0">
                <a:solidFill>
                  <a:schemeClr val="tx1"/>
                </a:solidFill>
                <a:latin typeface="+mn-lt"/>
                <a:cs typeface="Calibri"/>
              </a:rPr>
              <a:t>Turn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fragment </a:t>
            </a:r>
            <a:r>
              <a:rPr lang="en-US" sz="2800" spc="-33" dirty="0">
                <a:solidFill>
                  <a:schemeClr val="tx1"/>
                </a:solidFill>
                <a:latin typeface="+mn-lt"/>
                <a:cs typeface="Calibri"/>
              </a:rPr>
              <a:t>into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method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whose name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explains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purpose  of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</a:t>
            </a:r>
            <a:r>
              <a:rPr lang="en-US" sz="2800" spc="8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method.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9FE847B1-D8B5-FB39-749C-ADF711EF73C6}"/>
              </a:ext>
            </a:extLst>
          </p:cNvPr>
          <p:cNvSpPr/>
          <p:nvPr/>
        </p:nvSpPr>
        <p:spPr>
          <a:xfrm>
            <a:off x="114301" y="3759956"/>
            <a:ext cx="3616452" cy="1279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E4D3136-2297-7AED-C422-DB87E90B1D1B}"/>
              </a:ext>
            </a:extLst>
          </p:cNvPr>
          <p:cNvSpPr/>
          <p:nvPr/>
        </p:nvSpPr>
        <p:spPr>
          <a:xfrm>
            <a:off x="5129711" y="3581418"/>
            <a:ext cx="3899988" cy="16370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7FFBD89-3319-807C-0DCE-40A8B2D1CDA9}"/>
              </a:ext>
            </a:extLst>
          </p:cNvPr>
          <p:cNvSpPr/>
          <p:nvPr/>
        </p:nvSpPr>
        <p:spPr>
          <a:xfrm>
            <a:off x="3855647" y="4132221"/>
            <a:ext cx="1173480" cy="535400"/>
          </a:xfrm>
          <a:custGeom>
            <a:avLst/>
            <a:gdLst/>
            <a:ahLst/>
            <a:cxnLst/>
            <a:rect l="l" t="t" r="r" b="b"/>
            <a:pathLst>
              <a:path w="1422400" h="648970">
                <a:moveTo>
                  <a:pt x="1097724" y="0"/>
                </a:moveTo>
                <a:lnTo>
                  <a:pt x="1097724" y="162242"/>
                </a:lnTo>
                <a:lnTo>
                  <a:pt x="0" y="162242"/>
                </a:lnTo>
                <a:lnTo>
                  <a:pt x="0" y="486702"/>
                </a:lnTo>
                <a:lnTo>
                  <a:pt x="1097724" y="486702"/>
                </a:lnTo>
                <a:lnTo>
                  <a:pt x="1097724" y="648931"/>
                </a:lnTo>
                <a:lnTo>
                  <a:pt x="1422196" y="324472"/>
                </a:lnTo>
                <a:lnTo>
                  <a:pt x="1097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952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Composing Methods – </a:t>
            </a:r>
            <a:r>
              <a:rPr lang="en-US" sz="2800" b="1" spc="41" dirty="0">
                <a:solidFill>
                  <a:schemeClr val="tx1"/>
                </a:solidFill>
              </a:rPr>
              <a:t>Extract Method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9B6CAB5E-A4CE-F7AB-8807-7BC216BA9A7F}"/>
              </a:ext>
            </a:extLst>
          </p:cNvPr>
          <p:cNvSpPr/>
          <p:nvPr/>
        </p:nvSpPr>
        <p:spPr>
          <a:xfrm>
            <a:off x="1519275" y="1796607"/>
            <a:ext cx="6105449" cy="4254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algn="ctr" defTabSz="914400" rtl="1" eaLnBrk="1" latinLnBrk="0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en-US" sz="4400" b="1" spc="41" dirty="0">
                <a:solidFill>
                  <a:schemeClr val="tx1"/>
                </a:solidFill>
              </a:rPr>
              <a:t>Composing Methods – </a:t>
            </a:r>
            <a:r>
              <a:rPr lang="en-US" sz="2800" b="1" spc="41" dirty="0">
                <a:solidFill>
                  <a:schemeClr val="tx1"/>
                </a:solidFill>
              </a:rPr>
              <a:t>Extract Method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CCF1595-0EF0-E08D-FC43-0D1B8A96DC9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4309903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Example: </a:t>
            </a:r>
            <a:r>
              <a:rPr lang="en-US" sz="2800" b="1" dirty="0">
                <a:solidFill>
                  <a:schemeClr val="tx1"/>
                </a:solidFill>
                <a:latin typeface="Calibri"/>
                <a:cs typeface="Calibri"/>
              </a:rPr>
              <a:t>No </a:t>
            </a:r>
            <a:r>
              <a:rPr lang="en-US" sz="2800" b="1" spc="-4" dirty="0">
                <a:solidFill>
                  <a:schemeClr val="tx1"/>
                </a:solidFill>
                <a:latin typeface="Calibri"/>
                <a:cs typeface="Calibri"/>
              </a:rPr>
              <a:t>Local</a:t>
            </a:r>
            <a:r>
              <a:rPr lang="en-US" sz="2800" b="1" spc="17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b="1" spc="-29" dirty="0">
                <a:solidFill>
                  <a:schemeClr val="tx1"/>
                </a:solidFill>
                <a:latin typeface="Calibri"/>
                <a:cs typeface="Calibri"/>
              </a:rPr>
              <a:t>Variables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marR="4191" indent="-188595">
              <a:lnSpc>
                <a:spcPct val="99600"/>
              </a:lnSpc>
              <a:spcBef>
                <a:spcPts val="88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Extract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code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that prints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 </a:t>
            </a:r>
            <a:r>
              <a:rPr lang="en-US" sz="2800" spc="-62" dirty="0">
                <a:solidFill>
                  <a:schemeClr val="tx1"/>
                </a:solidFill>
                <a:latin typeface="Calibri"/>
                <a:cs typeface="Calibri"/>
              </a:rPr>
              <a:t>banner. </a:t>
            </a:r>
            <a:r>
              <a:rPr lang="en-US" sz="2800" spc="-21" dirty="0">
                <a:solidFill>
                  <a:schemeClr val="tx1"/>
                </a:solidFill>
                <a:latin typeface="Calibri"/>
                <a:cs typeface="Calibri"/>
              </a:rPr>
              <a:t>Just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cut,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paste,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and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put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in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call: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3D53DC68-8105-EA3E-E123-5894526E5ECB}"/>
              </a:ext>
            </a:extLst>
          </p:cNvPr>
          <p:cNvSpPr/>
          <p:nvPr/>
        </p:nvSpPr>
        <p:spPr>
          <a:xfrm>
            <a:off x="4703241" y="2049018"/>
            <a:ext cx="4415133" cy="4199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2" descr="Knowing when it's time to refactor your code - Clubhouse">
            <a:extLst>
              <a:ext uri="{FF2B5EF4-FFF2-40B4-BE49-F238E27FC236}">
                <a16:creationId xmlns:a16="http://schemas.microsoft.com/office/drawing/2014/main" id="{A9FEBDAD-1D87-1EFB-000E-6C180D80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736" y="3581400"/>
            <a:ext cx="4415132" cy="2667000"/>
          </a:xfrm>
          <a:prstGeom prst="rect">
            <a:avLst/>
          </a:prstGeom>
          <a:noFill/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423F4A10-6623-829C-F9E4-3ED005092610}"/>
              </a:ext>
            </a:extLst>
          </p:cNvPr>
          <p:cNvSpPr/>
          <p:nvPr/>
        </p:nvSpPr>
        <p:spPr>
          <a:xfrm>
            <a:off x="4710450" y="5062966"/>
            <a:ext cx="4433550" cy="1215914"/>
          </a:xfrm>
          <a:custGeom>
            <a:avLst/>
            <a:gdLst/>
            <a:ahLst/>
            <a:cxnLst/>
            <a:rect l="l" t="t" r="r" b="b"/>
            <a:pathLst>
              <a:path w="6268720" h="1473834">
                <a:moveTo>
                  <a:pt x="0" y="0"/>
                </a:moveTo>
                <a:lnTo>
                  <a:pt x="6268243" y="0"/>
                </a:lnTo>
                <a:lnTo>
                  <a:pt x="6268243" y="1473680"/>
                </a:lnTo>
                <a:lnTo>
                  <a:pt x="0" y="147368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7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Composing Methods – </a:t>
            </a:r>
            <a:r>
              <a:rPr lang="en-US" sz="2800" b="1" spc="41" dirty="0">
                <a:solidFill>
                  <a:schemeClr val="tx1"/>
                </a:solidFill>
              </a:rPr>
              <a:t>Extract Method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6E30AE-1E0B-ACEA-C11D-68184E6F9D13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1102233" indent="-188595">
              <a:lnSpc>
                <a:spcPct val="101400"/>
              </a:lnSpc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Example: Using </a:t>
            </a:r>
            <a:r>
              <a:rPr lang="en-US" sz="2800" b="1" spc="-8">
                <a:solidFill>
                  <a:schemeClr val="tx1"/>
                </a:solidFill>
                <a:latin typeface="Calibri"/>
                <a:cs typeface="Calibri"/>
              </a:rPr>
              <a:t>Local Variables</a:t>
            </a:r>
            <a:endParaRPr lang="en-US" sz="2800" b="1" spc="-8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99073" marR="4191" indent="-188595">
              <a:lnSpc>
                <a:spcPct val="101099"/>
              </a:lnSpc>
              <a:spcBef>
                <a:spcPts val="74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Extract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printing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of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details 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with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method with one 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parameter: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7AED0E67-4D8F-1D9C-90D9-81B4CB6A9B77}"/>
              </a:ext>
            </a:extLst>
          </p:cNvPr>
          <p:cNvSpPr/>
          <p:nvPr/>
        </p:nvSpPr>
        <p:spPr>
          <a:xfrm>
            <a:off x="4503493" y="2483510"/>
            <a:ext cx="4640508" cy="35031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Picture 2" descr="Knowing when it's time to refactor your code - Clubhouse">
            <a:extLst>
              <a:ext uri="{FF2B5EF4-FFF2-40B4-BE49-F238E27FC236}">
                <a16:creationId xmlns:a16="http://schemas.microsoft.com/office/drawing/2014/main" id="{C2A06BB3-F5BF-98C2-3DDE-C0D49C905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733800"/>
            <a:ext cx="4169664" cy="2281514"/>
          </a:xfrm>
          <a:prstGeom prst="rect">
            <a:avLst/>
          </a:prstGeom>
          <a:noFill/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E638F59-DF5C-4643-060F-B6478EFD9082}"/>
              </a:ext>
            </a:extLst>
          </p:cNvPr>
          <p:cNvSpPr/>
          <p:nvPr/>
        </p:nvSpPr>
        <p:spPr>
          <a:xfrm>
            <a:off x="4735382" y="5113736"/>
            <a:ext cx="4408618" cy="839772"/>
          </a:xfrm>
          <a:custGeom>
            <a:avLst/>
            <a:gdLst/>
            <a:ahLst/>
            <a:cxnLst/>
            <a:rect l="l" t="t" r="r" b="b"/>
            <a:pathLst>
              <a:path w="6268720" h="1017904">
                <a:moveTo>
                  <a:pt x="0" y="0"/>
                </a:moveTo>
                <a:lnTo>
                  <a:pt x="6268243" y="0"/>
                </a:lnTo>
                <a:lnTo>
                  <a:pt x="6268243" y="1017720"/>
                </a:lnTo>
                <a:lnTo>
                  <a:pt x="0" y="101772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843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Composing Methods – </a:t>
            </a:r>
            <a:r>
              <a:rPr lang="en-US" sz="2800" b="1" spc="41" dirty="0">
                <a:solidFill>
                  <a:schemeClr val="tx1"/>
                </a:solidFill>
              </a:rPr>
              <a:t>Extract Method</a:t>
            </a:r>
            <a:endParaRPr 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0FAC5FE-93C6-950E-966A-46102C84F7B5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418285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1102233" indent="-188595">
              <a:lnSpc>
                <a:spcPct val="101400"/>
              </a:lnSpc>
              <a:spcBef>
                <a:spcPts val="95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Example: Using Local Variables</a:t>
            </a:r>
          </a:p>
          <a:p>
            <a:pPr marL="199073" marR="4191" indent="-188595">
              <a:lnSpc>
                <a:spcPct val="101099"/>
              </a:lnSpc>
              <a:spcBef>
                <a:spcPts val="743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Extract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printing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of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details 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with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a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method with one 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parameter: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8F60BD0C-FFF1-325A-EBEB-BB4AD5D8BE60}"/>
              </a:ext>
            </a:extLst>
          </p:cNvPr>
          <p:cNvSpPr/>
          <p:nvPr/>
        </p:nvSpPr>
        <p:spPr>
          <a:xfrm>
            <a:off x="4293337" y="2341881"/>
            <a:ext cx="4713503" cy="38071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 descr="Knowing when it's time to refactor your code - Clubhouse">
            <a:extLst>
              <a:ext uri="{FF2B5EF4-FFF2-40B4-BE49-F238E27FC236}">
                <a16:creationId xmlns:a16="http://schemas.microsoft.com/office/drawing/2014/main" id="{BE5ACC61-AC93-2BB0-6074-FF880724E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" y="3939185"/>
            <a:ext cx="4038600" cy="2209800"/>
          </a:xfrm>
          <a:prstGeom prst="rect">
            <a:avLst/>
          </a:prstGeom>
          <a:noFill/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AB477D9B-1038-D44B-AA08-B22C0EB51759}"/>
              </a:ext>
            </a:extLst>
          </p:cNvPr>
          <p:cNvSpPr/>
          <p:nvPr/>
        </p:nvSpPr>
        <p:spPr>
          <a:xfrm>
            <a:off x="4293336" y="5310789"/>
            <a:ext cx="4777511" cy="895302"/>
          </a:xfrm>
          <a:custGeom>
            <a:avLst/>
            <a:gdLst/>
            <a:ahLst/>
            <a:cxnLst/>
            <a:rect l="l" t="t" r="r" b="b"/>
            <a:pathLst>
              <a:path w="6268720" h="1085215">
                <a:moveTo>
                  <a:pt x="0" y="0"/>
                </a:moveTo>
                <a:lnTo>
                  <a:pt x="6268243" y="0"/>
                </a:lnTo>
                <a:lnTo>
                  <a:pt x="6268243" y="1084680"/>
                </a:lnTo>
                <a:lnTo>
                  <a:pt x="0" y="1084680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7751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spc="41" dirty="0">
                <a:solidFill>
                  <a:schemeClr val="tx1"/>
                </a:solidFill>
              </a:rPr>
              <a:t>Composing Methods – </a:t>
            </a:r>
            <a:r>
              <a:rPr lang="en-US" sz="2800" b="1" spc="41" dirty="0">
                <a:solidFill>
                  <a:schemeClr val="tx1"/>
                </a:solidFill>
              </a:rPr>
              <a:t>Replace Temp with Query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EAFD558-3776-1E98-77DA-2BFF17EF70CD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4137587" cy="515737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11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are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using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12" dirty="0">
                <a:solidFill>
                  <a:srgbClr val="FF0000"/>
                </a:solidFill>
                <a:latin typeface="+mn-lt"/>
                <a:cs typeface="Calibri"/>
              </a:rPr>
              <a:t>temporary </a:t>
            </a:r>
            <a:r>
              <a:rPr lang="en-US" sz="2800" spc="-8" dirty="0">
                <a:solidFill>
                  <a:srgbClr val="FF0000"/>
                </a:solidFill>
                <a:latin typeface="+mn-lt"/>
                <a:cs typeface="Calibri"/>
              </a:rPr>
              <a:t>variable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1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hold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result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of an</a:t>
            </a:r>
            <a:r>
              <a:rPr lang="en-US" sz="2800" spc="70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expression.</a:t>
            </a:r>
          </a:p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pc="-8" dirty="0">
                <a:solidFill>
                  <a:srgbClr val="FF0000"/>
                </a:solidFill>
                <a:cs typeface="Calibri"/>
              </a:rPr>
              <a:t>Extract the expression into a method.</a:t>
            </a:r>
            <a:endParaRPr lang="en-US" sz="2800" dirty="0">
              <a:solidFill>
                <a:srgbClr val="FF0000"/>
              </a:solidFill>
              <a:latin typeface="+mn-lt"/>
              <a:cs typeface="Calibri"/>
            </a:endParaRPr>
          </a:p>
          <a:p>
            <a:pPr marL="199073" marR="350472" indent="-188595">
              <a:spcBef>
                <a:spcPts val="870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Replace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all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references </a:t>
            </a:r>
            <a:r>
              <a:rPr lang="en-US" sz="2800" spc="-29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temp 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with 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expression.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new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method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can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then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be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used in other  methods.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60DEE40-D9D9-0EB4-AB42-8A3A320F158B}"/>
              </a:ext>
            </a:extLst>
          </p:cNvPr>
          <p:cNvSpPr/>
          <p:nvPr/>
        </p:nvSpPr>
        <p:spPr>
          <a:xfrm>
            <a:off x="4572000" y="2000170"/>
            <a:ext cx="4473473" cy="978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1F14A6C-AC73-0D06-45E0-05673CB5768A}"/>
              </a:ext>
            </a:extLst>
          </p:cNvPr>
          <p:cNvSpPr/>
          <p:nvPr/>
        </p:nvSpPr>
        <p:spPr>
          <a:xfrm>
            <a:off x="6432720" y="2976495"/>
            <a:ext cx="753856" cy="974408"/>
          </a:xfrm>
          <a:custGeom>
            <a:avLst/>
            <a:gdLst/>
            <a:ahLst/>
            <a:cxnLst/>
            <a:rect l="l" t="t" r="r" b="b"/>
            <a:pathLst>
              <a:path w="913765" h="1181100">
                <a:moveTo>
                  <a:pt x="913282" y="724166"/>
                </a:moveTo>
                <a:lnTo>
                  <a:pt x="0" y="724166"/>
                </a:lnTo>
                <a:lnTo>
                  <a:pt x="456641" y="1180807"/>
                </a:lnTo>
                <a:lnTo>
                  <a:pt x="913282" y="724166"/>
                </a:lnTo>
                <a:close/>
              </a:path>
              <a:path w="913765" h="1181100">
                <a:moveTo>
                  <a:pt x="684961" y="0"/>
                </a:moveTo>
                <a:lnTo>
                  <a:pt x="228320" y="0"/>
                </a:lnTo>
                <a:lnTo>
                  <a:pt x="228320" y="724166"/>
                </a:lnTo>
                <a:lnTo>
                  <a:pt x="684961" y="724166"/>
                </a:lnTo>
                <a:lnTo>
                  <a:pt x="6849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7671BBDB-2064-1F89-0080-5927506BCC6A}"/>
              </a:ext>
            </a:extLst>
          </p:cNvPr>
          <p:cNvSpPr/>
          <p:nvPr/>
        </p:nvSpPr>
        <p:spPr>
          <a:xfrm>
            <a:off x="4572000" y="3961558"/>
            <a:ext cx="4473473" cy="15640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FF62A2B8-7363-402B-F3DE-E529176135B6}"/>
              </a:ext>
            </a:extLst>
          </p:cNvPr>
          <p:cNvSpPr/>
          <p:nvPr/>
        </p:nvSpPr>
        <p:spPr>
          <a:xfrm>
            <a:off x="4582205" y="4892913"/>
            <a:ext cx="4470225" cy="730806"/>
          </a:xfrm>
          <a:custGeom>
            <a:avLst/>
            <a:gdLst/>
            <a:ahLst/>
            <a:cxnLst/>
            <a:rect l="l" t="t" r="r" b="b"/>
            <a:pathLst>
              <a:path w="5418455" h="885825">
                <a:moveTo>
                  <a:pt x="0" y="0"/>
                </a:moveTo>
                <a:lnTo>
                  <a:pt x="5418243" y="0"/>
                </a:lnTo>
                <a:lnTo>
                  <a:pt x="5418243" y="885743"/>
                </a:lnTo>
                <a:lnTo>
                  <a:pt x="0" y="885743"/>
                </a:lnTo>
                <a:lnTo>
                  <a:pt x="0" y="0"/>
                </a:lnTo>
                <a:close/>
              </a:path>
            </a:pathLst>
          </a:custGeom>
          <a:ln w="76200">
            <a:solidFill>
              <a:srgbClr val="B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0405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b="1" spc="41" dirty="0">
                <a:solidFill>
                  <a:schemeClr val="tx1"/>
                </a:solidFill>
              </a:rPr>
              <a:t>Composing Methods </a:t>
            </a:r>
            <a:r>
              <a:rPr lang="en-US" sz="6600" b="1" spc="41" dirty="0">
                <a:solidFill>
                  <a:schemeClr val="tx1"/>
                </a:solidFill>
              </a:rPr>
              <a:t>–</a:t>
            </a:r>
            <a:r>
              <a:rPr lang="en-US" sz="3100" b="1" spc="41" dirty="0">
                <a:solidFill>
                  <a:schemeClr val="tx1"/>
                </a:solidFill>
              </a:rPr>
              <a:t>  </a:t>
            </a:r>
            <a:r>
              <a:rPr lang="en-US" sz="2700" b="1" spc="41" dirty="0">
                <a:solidFill>
                  <a:schemeClr val="tx1"/>
                </a:solidFill>
              </a:rPr>
              <a:t>Introduce Explaining Variable</a:t>
            </a:r>
            <a:endParaRPr lang="en-US" sz="27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B7E56D9-9BF5-2773-7C7B-0F26A19E3ACA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646634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 algn="just">
              <a:lnSpc>
                <a:spcPct val="99600"/>
              </a:lnSpc>
              <a:spcBef>
                <a:spcPts val="9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11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29" dirty="0">
                <a:solidFill>
                  <a:schemeClr val="tx1"/>
                </a:solidFill>
                <a:latin typeface="+mn-lt"/>
                <a:cs typeface="Calibri"/>
              </a:rPr>
              <a:t>have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complicated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expression.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Put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result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of 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expression,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or parts of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expression, </a:t>
            </a:r>
            <a:r>
              <a:rPr lang="en-US" sz="2800" spc="-4" dirty="0">
                <a:solidFill>
                  <a:srgbClr val="FF0000"/>
                </a:solidFill>
                <a:latin typeface="+mn-lt"/>
                <a:cs typeface="Calibri"/>
              </a:rPr>
              <a:t>in 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Calibri"/>
              </a:rPr>
              <a:t>a </a:t>
            </a:r>
            <a:r>
              <a:rPr lang="en-US" sz="2800" spc="-12" dirty="0">
                <a:solidFill>
                  <a:srgbClr val="FF0000"/>
                </a:solidFill>
                <a:latin typeface="+mn-lt"/>
                <a:cs typeface="Calibri"/>
              </a:rPr>
              <a:t>temporary </a:t>
            </a:r>
            <a:r>
              <a:rPr lang="en-US" sz="2800" spc="-8" dirty="0">
                <a:solidFill>
                  <a:srgbClr val="FF0000"/>
                </a:solidFill>
                <a:latin typeface="+mn-lt"/>
                <a:cs typeface="Calibri"/>
              </a:rPr>
              <a:t>variable </a:t>
            </a:r>
            <a:r>
              <a:rPr lang="en-US" sz="2800" spc="-4" dirty="0">
                <a:solidFill>
                  <a:srgbClr val="FF0000"/>
                </a:solidFill>
                <a:latin typeface="+mn-lt"/>
                <a:cs typeface="Calibri"/>
              </a:rPr>
              <a:t>with 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Calibri"/>
              </a:rPr>
              <a:t>a name </a:t>
            </a:r>
            <a:r>
              <a:rPr lang="en-US" sz="2800" spc="-8" dirty="0">
                <a:solidFill>
                  <a:srgbClr val="FF0000"/>
                </a:solidFill>
                <a:latin typeface="+mn-lt"/>
                <a:cs typeface="Calibri"/>
              </a:rPr>
              <a:t>that explains </a:t>
            </a:r>
            <a:r>
              <a:rPr lang="en-US" sz="2800" dirty="0">
                <a:solidFill>
                  <a:srgbClr val="FF0000"/>
                </a:solidFill>
                <a:latin typeface="+mn-lt"/>
                <a:cs typeface="Calibri"/>
              </a:rPr>
              <a:t>the</a:t>
            </a:r>
            <a:r>
              <a:rPr lang="en-US" sz="2800" spc="45" dirty="0">
                <a:solidFill>
                  <a:srgbClr val="FF0000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+mn-lt"/>
                <a:cs typeface="Calibri"/>
              </a:rPr>
              <a:t>purpose</a:t>
            </a:r>
            <a:r>
              <a:rPr lang="en-US" sz="2800" spc="-4" dirty="0">
                <a:latin typeface="+mn-lt"/>
                <a:cs typeface="Calibri"/>
              </a:rPr>
              <a:t>.</a:t>
            </a:r>
            <a:endParaRPr lang="en-US" sz="2800" dirty="0">
              <a:latin typeface="+mn-lt"/>
              <a:cs typeface="Calibri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78B59B64-E4BB-0F22-9407-4AEB6BADCE53}"/>
              </a:ext>
            </a:extLst>
          </p:cNvPr>
          <p:cNvSpPr/>
          <p:nvPr/>
        </p:nvSpPr>
        <p:spPr>
          <a:xfrm>
            <a:off x="1804110" y="4567695"/>
            <a:ext cx="5967146" cy="14836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BFF2D31-D553-6254-D87F-7FDA6E5B5466}"/>
              </a:ext>
            </a:extLst>
          </p:cNvPr>
          <p:cNvSpPr/>
          <p:nvPr/>
        </p:nvSpPr>
        <p:spPr>
          <a:xfrm>
            <a:off x="2249195" y="3110827"/>
            <a:ext cx="4591660" cy="8373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A9EE9C09-D05B-E55B-71E1-930871422D0A}"/>
              </a:ext>
            </a:extLst>
          </p:cNvPr>
          <p:cNvSpPr/>
          <p:nvPr/>
        </p:nvSpPr>
        <p:spPr>
          <a:xfrm>
            <a:off x="4234074" y="3949280"/>
            <a:ext cx="485632" cy="540639"/>
          </a:xfrm>
          <a:custGeom>
            <a:avLst/>
            <a:gdLst/>
            <a:ahLst/>
            <a:cxnLst/>
            <a:rect l="l" t="t" r="r" b="b"/>
            <a:pathLst>
              <a:path w="588645" h="655320">
                <a:moveTo>
                  <a:pt x="588263" y="360654"/>
                </a:moveTo>
                <a:lnTo>
                  <a:pt x="0" y="360654"/>
                </a:lnTo>
                <a:lnTo>
                  <a:pt x="294132" y="654773"/>
                </a:lnTo>
                <a:lnTo>
                  <a:pt x="588263" y="360654"/>
                </a:lnTo>
                <a:close/>
              </a:path>
              <a:path w="588645" h="655320">
                <a:moveTo>
                  <a:pt x="441198" y="0"/>
                </a:moveTo>
                <a:lnTo>
                  <a:pt x="147066" y="0"/>
                </a:lnTo>
                <a:lnTo>
                  <a:pt x="147066" y="360654"/>
                </a:lnTo>
                <a:lnTo>
                  <a:pt x="441198" y="360654"/>
                </a:lnTo>
                <a:lnTo>
                  <a:pt x="4411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420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b="1" spc="41" dirty="0">
                <a:solidFill>
                  <a:schemeClr val="tx1"/>
                </a:solidFill>
              </a:rPr>
              <a:t>Composing Methods </a:t>
            </a:r>
            <a:r>
              <a:rPr lang="en-US" sz="9600" b="1" spc="41" dirty="0">
                <a:solidFill>
                  <a:schemeClr val="tx1"/>
                </a:solidFill>
              </a:rPr>
              <a:t>–</a:t>
            </a:r>
            <a:r>
              <a:rPr lang="en-US" sz="4800" b="1" spc="41" dirty="0">
                <a:solidFill>
                  <a:schemeClr val="tx1"/>
                </a:solidFill>
              </a:rPr>
              <a:t>  </a:t>
            </a:r>
            <a:r>
              <a:rPr lang="en-US" sz="2700" b="1" spc="41" dirty="0">
                <a:solidFill>
                  <a:schemeClr val="tx1"/>
                </a:solidFill>
              </a:rPr>
              <a:t>Split Temporary Variable</a:t>
            </a:r>
            <a:endParaRPr lang="en-US" sz="2700" b="1" dirty="0">
              <a:solidFill>
                <a:schemeClr val="tx1"/>
              </a:solidFill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12D73FD4-92CD-DC2A-A451-90B6CB127236}"/>
              </a:ext>
            </a:extLst>
          </p:cNvPr>
          <p:cNvSpPr/>
          <p:nvPr/>
        </p:nvSpPr>
        <p:spPr>
          <a:xfrm>
            <a:off x="4572000" y="4393549"/>
            <a:ext cx="605600" cy="673703"/>
          </a:xfrm>
          <a:custGeom>
            <a:avLst/>
            <a:gdLst/>
            <a:ahLst/>
            <a:cxnLst/>
            <a:rect l="l" t="t" r="r" b="b"/>
            <a:pathLst>
              <a:path w="734059" h="816610">
                <a:moveTo>
                  <a:pt x="733539" y="449745"/>
                </a:moveTo>
                <a:lnTo>
                  <a:pt x="0" y="449745"/>
                </a:lnTo>
                <a:lnTo>
                  <a:pt x="366763" y="816508"/>
                </a:lnTo>
                <a:lnTo>
                  <a:pt x="733539" y="449745"/>
                </a:lnTo>
                <a:close/>
              </a:path>
              <a:path w="734059" h="816610">
                <a:moveTo>
                  <a:pt x="550151" y="0"/>
                </a:moveTo>
                <a:lnTo>
                  <a:pt x="183375" y="0"/>
                </a:lnTo>
                <a:lnTo>
                  <a:pt x="183375" y="449745"/>
                </a:lnTo>
                <a:lnTo>
                  <a:pt x="550151" y="449745"/>
                </a:lnTo>
                <a:lnTo>
                  <a:pt x="5501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04E55A29-5F3E-A459-0152-837A05DE3C07}"/>
              </a:ext>
            </a:extLst>
          </p:cNvPr>
          <p:cNvSpPr/>
          <p:nvPr/>
        </p:nvSpPr>
        <p:spPr>
          <a:xfrm>
            <a:off x="2045572" y="5130965"/>
            <a:ext cx="5657850" cy="920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D2AE442-16AE-9EFB-6B1F-E711F9AF919D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646634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marR="4191" indent="-188595">
              <a:spcBef>
                <a:spcPts val="4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111" dirty="0">
                <a:solidFill>
                  <a:schemeClr val="tx1"/>
                </a:solidFill>
                <a:latin typeface="+mn-lt"/>
                <a:cs typeface="Calibri"/>
              </a:rPr>
              <a:t>You </a:t>
            </a:r>
            <a:r>
              <a:rPr lang="en-US" sz="2800" spc="-29" dirty="0">
                <a:solidFill>
                  <a:schemeClr val="tx1"/>
                </a:solidFill>
                <a:latin typeface="+mn-lt"/>
                <a:cs typeface="Calibri"/>
              </a:rPr>
              <a:t>have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temporary 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variable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assigned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more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than once,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but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is not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loop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variable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nor a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collecting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temporary</a:t>
            </a:r>
            <a:r>
              <a:rPr lang="en-US" sz="2800" spc="41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variable.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199073" indent="-188595">
              <a:spcBef>
                <a:spcPts val="77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37" dirty="0">
                <a:solidFill>
                  <a:schemeClr val="tx1"/>
                </a:solidFill>
                <a:latin typeface="+mn-lt"/>
                <a:cs typeface="Calibri"/>
              </a:rPr>
              <a:t>Make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 </a:t>
            </a:r>
            <a:r>
              <a:rPr lang="en-US" sz="2800" spc="-17" dirty="0">
                <a:solidFill>
                  <a:schemeClr val="tx1"/>
                </a:solidFill>
                <a:latin typeface="+mn-lt"/>
                <a:cs typeface="Calibri"/>
              </a:rPr>
              <a:t>separate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temporary 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variable </a:t>
            </a:r>
            <a:r>
              <a:rPr lang="en-US" sz="2800" spc="-29" dirty="0">
                <a:solidFill>
                  <a:schemeClr val="tx1"/>
                </a:solidFill>
                <a:latin typeface="+mn-lt"/>
                <a:cs typeface="Calibri"/>
              </a:rPr>
              <a:t>for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each</a:t>
            </a:r>
            <a:r>
              <a:rPr lang="en-US" sz="2800" spc="144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assignment.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6FB2480-025A-78BE-30EF-EC4ED74ED230}"/>
              </a:ext>
            </a:extLst>
          </p:cNvPr>
          <p:cNvSpPr/>
          <p:nvPr/>
        </p:nvSpPr>
        <p:spPr>
          <a:xfrm>
            <a:off x="2270142" y="3409492"/>
            <a:ext cx="5657850" cy="920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5681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Composing Methods – </a:t>
            </a:r>
            <a:r>
              <a:rPr lang="en-US" sz="3100" dirty="0">
                <a:solidFill>
                  <a:schemeClr val="tx1"/>
                </a:solidFill>
                <a:latin typeface="+mn-lt"/>
              </a:rPr>
              <a:t>Remove Assignments to Parameters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E6EB4-C80F-E439-7FCD-1A8D99555497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50537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9073" indent="-188595">
              <a:spcBef>
                <a:spcPts val="854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The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code </a:t>
            </a:r>
            <a:r>
              <a:rPr lang="en-US" sz="2800" spc="-4" dirty="0">
                <a:solidFill>
                  <a:schemeClr val="tx1"/>
                </a:solidFill>
                <a:latin typeface="+mn-lt"/>
                <a:cs typeface="Calibri"/>
              </a:rPr>
              <a:t>assigns </a:t>
            </a:r>
            <a:r>
              <a:rPr lang="en-US" sz="2800" spc="-21" dirty="0">
                <a:solidFill>
                  <a:schemeClr val="tx1"/>
                </a:solidFill>
                <a:latin typeface="+mn-lt"/>
                <a:cs typeface="Calibri"/>
              </a:rPr>
              <a:t>to 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a</a:t>
            </a:r>
            <a:r>
              <a:rPr lang="en-US" sz="2800" spc="58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58" dirty="0">
                <a:solidFill>
                  <a:schemeClr val="tx1"/>
                </a:solidFill>
                <a:latin typeface="+mn-lt"/>
                <a:cs typeface="Calibri"/>
              </a:rPr>
              <a:t>parameter.</a:t>
            </a:r>
            <a:endParaRPr lang="en-US" sz="2800" dirty="0">
              <a:solidFill>
                <a:schemeClr val="tx1"/>
              </a:solidFill>
              <a:latin typeface="+mn-lt"/>
              <a:cs typeface="Calibri"/>
            </a:endParaRPr>
          </a:p>
          <a:p>
            <a:pPr marL="199073" indent="-188595">
              <a:spcBef>
                <a:spcPts val="771"/>
              </a:spcBef>
              <a:buFont typeface="Arial"/>
              <a:buChar char="•"/>
              <a:tabLst>
                <a:tab pos="199073" algn="l"/>
              </a:tabLst>
            </a:pPr>
            <a:r>
              <a:rPr lang="en-US" sz="2800" dirty="0">
                <a:solidFill>
                  <a:schemeClr val="tx1"/>
                </a:solidFill>
                <a:latin typeface="+mn-lt"/>
                <a:cs typeface="Calibri"/>
              </a:rPr>
              <a:t>Use a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temporary </a:t>
            </a:r>
            <a:r>
              <a:rPr lang="en-US" sz="2800" spc="-8" dirty="0">
                <a:solidFill>
                  <a:schemeClr val="tx1"/>
                </a:solidFill>
                <a:latin typeface="+mn-lt"/>
                <a:cs typeface="Calibri"/>
              </a:rPr>
              <a:t>variable</a:t>
            </a:r>
            <a:r>
              <a:rPr lang="en-US" sz="2800" spc="17" dirty="0">
                <a:solidFill>
                  <a:schemeClr val="tx1"/>
                </a:solidFill>
                <a:latin typeface="+mn-lt"/>
                <a:cs typeface="Calibri"/>
              </a:rPr>
              <a:t> </a:t>
            </a:r>
            <a:r>
              <a:rPr lang="en-US" sz="2800" spc="-12" dirty="0">
                <a:solidFill>
                  <a:schemeClr val="tx1"/>
                </a:solidFill>
                <a:latin typeface="+mn-lt"/>
                <a:cs typeface="Calibri"/>
              </a:rPr>
              <a:t>instead</a:t>
            </a:r>
            <a:r>
              <a:rPr lang="en-US" sz="2800" spc="-12" dirty="0">
                <a:latin typeface="+mn-lt"/>
                <a:cs typeface="Calibri"/>
              </a:rPr>
              <a:t>.</a:t>
            </a:r>
            <a:endParaRPr lang="en-US" sz="2800" dirty="0">
              <a:latin typeface="+mn-lt"/>
              <a:cs typeface="Calibri"/>
            </a:endParaRP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35967332-A690-824E-CFDA-5CB2B8E529C8}"/>
              </a:ext>
            </a:extLst>
          </p:cNvPr>
          <p:cNvSpPr/>
          <p:nvPr/>
        </p:nvSpPr>
        <p:spPr>
          <a:xfrm>
            <a:off x="1409319" y="3191370"/>
            <a:ext cx="6482639" cy="4752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B146D7F-5CB8-9A8D-E394-2D6981905425}"/>
              </a:ext>
            </a:extLst>
          </p:cNvPr>
          <p:cNvSpPr/>
          <p:nvPr/>
        </p:nvSpPr>
        <p:spPr>
          <a:xfrm>
            <a:off x="4347869" y="3889066"/>
            <a:ext cx="605600" cy="673703"/>
          </a:xfrm>
          <a:custGeom>
            <a:avLst/>
            <a:gdLst/>
            <a:ahLst/>
            <a:cxnLst/>
            <a:rect l="l" t="t" r="r" b="b"/>
            <a:pathLst>
              <a:path w="734060" h="816610">
                <a:moveTo>
                  <a:pt x="733539" y="449732"/>
                </a:moveTo>
                <a:lnTo>
                  <a:pt x="0" y="449732"/>
                </a:lnTo>
                <a:lnTo>
                  <a:pt x="366775" y="816508"/>
                </a:lnTo>
                <a:lnTo>
                  <a:pt x="733539" y="449732"/>
                </a:lnTo>
                <a:close/>
              </a:path>
              <a:path w="734060" h="816610">
                <a:moveTo>
                  <a:pt x="550163" y="0"/>
                </a:moveTo>
                <a:lnTo>
                  <a:pt x="183387" y="0"/>
                </a:lnTo>
                <a:lnTo>
                  <a:pt x="183387" y="449732"/>
                </a:lnTo>
                <a:lnTo>
                  <a:pt x="550163" y="449732"/>
                </a:lnTo>
                <a:lnTo>
                  <a:pt x="550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97B8C5AF-ED26-7707-A471-65D68A5A23DB}"/>
              </a:ext>
            </a:extLst>
          </p:cNvPr>
          <p:cNvSpPr/>
          <p:nvPr/>
        </p:nvSpPr>
        <p:spPr>
          <a:xfrm>
            <a:off x="1409319" y="4700130"/>
            <a:ext cx="6482639" cy="6764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9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Composing Methods – </a:t>
            </a:r>
            <a:r>
              <a:rPr lang="en-US" sz="3100" dirty="0">
                <a:solidFill>
                  <a:schemeClr val="tx1"/>
                </a:solidFill>
                <a:latin typeface="+mn-lt"/>
              </a:rPr>
              <a:t>Remove Assignments to Parameters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pPr marL="91440" indent="0">
              <a:buNone/>
            </a:pPr>
            <a:endParaRPr lang="en-US" sz="2000" b="1" dirty="0"/>
          </a:p>
          <a:p>
            <a:pPr marL="91440" indent="0">
              <a:buNone/>
            </a:pPr>
            <a:endParaRPr lang="en-US" sz="2400" dirty="0"/>
          </a:p>
          <a:p>
            <a:pPr marL="605790" indent="-514350">
              <a:buFont typeface="+mj-lt"/>
              <a:buAutoNum type="arabicPeriod"/>
            </a:pPr>
            <a:endParaRPr lang="en-US" sz="2400" dirty="0"/>
          </a:p>
          <a:p>
            <a:pPr marL="9144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15</a:t>
            </a:fld>
            <a:endParaRPr lang="en-US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BE6C8E-40CC-CDB4-40A8-8107C946AB02}"/>
              </a:ext>
            </a:extLst>
          </p:cNvPr>
          <p:cNvSpPr txBox="1">
            <a:spLocks/>
          </p:cNvSpPr>
          <p:nvPr/>
        </p:nvSpPr>
        <p:spPr>
          <a:xfrm>
            <a:off x="333829" y="1234281"/>
            <a:ext cx="8505371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478">
              <a:spcBef>
                <a:spcPts val="953"/>
              </a:spcBef>
            </a:pPr>
            <a:r>
              <a:rPr lang="en-US" sz="2800" b="1" spc="-8" dirty="0">
                <a:solidFill>
                  <a:schemeClr val="tx1"/>
                </a:solidFill>
                <a:latin typeface="Calibri"/>
                <a:cs typeface="Calibri"/>
              </a:rPr>
              <a:t>Example: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Start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with </a:t>
            </a:r>
            <a:r>
              <a:rPr lang="en-US" sz="2800" dirty="0">
                <a:solidFill>
                  <a:schemeClr val="tx1"/>
                </a:solidFill>
                <a:latin typeface="Calibri"/>
                <a:cs typeface="Calibri"/>
              </a:rPr>
              <a:t>the </a:t>
            </a:r>
            <a:r>
              <a:rPr lang="en-US" sz="2800" spc="-12" dirty="0">
                <a:solidFill>
                  <a:schemeClr val="tx1"/>
                </a:solidFill>
                <a:latin typeface="Calibri"/>
                <a:cs typeface="Calibri"/>
              </a:rPr>
              <a:t>following </a:t>
            </a:r>
            <a:r>
              <a:rPr lang="en-US" sz="2800" spc="-4" dirty="0">
                <a:solidFill>
                  <a:schemeClr val="tx1"/>
                </a:solidFill>
                <a:latin typeface="Calibri"/>
                <a:cs typeface="Calibri"/>
              </a:rPr>
              <a:t>simple</a:t>
            </a:r>
            <a:r>
              <a:rPr lang="en-US" sz="2800" spc="62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800" spc="-8" dirty="0">
                <a:solidFill>
                  <a:schemeClr val="tx1"/>
                </a:solidFill>
                <a:latin typeface="Calibri"/>
                <a:cs typeface="Calibri"/>
              </a:rPr>
              <a:t>routine:</a:t>
            </a:r>
            <a:endParaRPr lang="en-US"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845913C-5B26-7567-0B7E-27519D9E3326}"/>
              </a:ext>
            </a:extLst>
          </p:cNvPr>
          <p:cNvSpPr/>
          <p:nvPr/>
        </p:nvSpPr>
        <p:spPr>
          <a:xfrm>
            <a:off x="777076" y="2252472"/>
            <a:ext cx="7787716" cy="1501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E1D4165-D4F8-9AC8-74A7-E7EE6E410999}"/>
              </a:ext>
            </a:extLst>
          </p:cNvPr>
          <p:cNvSpPr/>
          <p:nvPr/>
        </p:nvSpPr>
        <p:spPr>
          <a:xfrm>
            <a:off x="786448" y="4180562"/>
            <a:ext cx="7357720" cy="17124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516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+mn-lt"/>
              </a:rPr>
              <a:t>Reading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A656E32-1156-FEA0-19B6-F14CFAE5A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6120" y="1400727"/>
            <a:ext cx="8496839" cy="3429000"/>
          </a:xfrm>
        </p:spPr>
        <p:txBody>
          <a:bodyPr/>
          <a:lstStyle/>
          <a:p>
            <a:pPr marL="548640" lvl="1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 indent="-274320" eaLnBrk="1" fontAlgn="auto" hangingPunct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rPr>
              <a:t>Chapter 26</a:t>
            </a:r>
          </a:p>
          <a:p>
            <a:pPr marL="533400" lvl="1" indent="-533400" eaLnBrk="1" hangingPunct="1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4C1AEE-513E-5F44-2B1B-675D0D4D3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7167" y="2186758"/>
            <a:ext cx="41719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5685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17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91684B4F51014982BED21342ACE24F" ma:contentTypeVersion="12" ma:contentTypeDescription="Create a new document." ma:contentTypeScope="" ma:versionID="a6d97c19bf0848d1afa7cfd1ece83864">
  <xsd:schema xmlns:xsd="http://www.w3.org/2001/XMLSchema" xmlns:xs="http://www.w3.org/2001/XMLSchema" xmlns:p="http://schemas.microsoft.com/office/2006/metadata/properties" xmlns:ns2="d55b910c-306d-4260-bef9-52053e20f3ad" xmlns:ns3="9c7ea19a-b04b-43f3-b15e-cde561b15e5b" targetNamespace="http://schemas.microsoft.com/office/2006/metadata/properties" ma:root="true" ma:fieldsID="c0bbd26d2dc288229e6760ed0810afc6" ns2:_="" ns3:_="">
    <xsd:import namespace="d55b910c-306d-4260-bef9-52053e20f3ad"/>
    <xsd:import namespace="9c7ea19a-b04b-43f3-b15e-cde561b15e5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5b910c-306d-4260-bef9-52053e20f3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7ea19a-b04b-43f3-b15e-cde561b15e5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98D305-912F-4EDA-B366-83F8180D3B01}">
  <ds:schemaRefs>
    <ds:schemaRef ds:uri="9c7ea19a-b04b-43f3-b15e-cde561b15e5b"/>
    <ds:schemaRef ds:uri="d55b910c-306d-4260-bef9-52053e20f3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1363</TotalTime>
  <Words>473</Words>
  <Application>Microsoft Office PowerPoint</Application>
  <PresentationFormat>On-screen Show (4:3)</PresentationFormat>
  <Paragraphs>79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Eurostile</vt:lpstr>
      <vt:lpstr>Wingdings</vt:lpstr>
      <vt:lpstr>Wingdings 2</vt:lpstr>
      <vt:lpstr>Wingdings 3</vt:lpstr>
      <vt:lpstr>Theme CPIT 110</vt:lpstr>
      <vt:lpstr>Custom Design</vt:lpstr>
      <vt:lpstr>Chapter  6.1 Code Refactoring (Bad Smells)</vt:lpstr>
      <vt:lpstr>Outline</vt:lpstr>
      <vt:lpstr>What is Refactoring?</vt:lpstr>
      <vt:lpstr>What is Refactoring? (cont.)</vt:lpstr>
      <vt:lpstr>What is Refactoring? (cont.)</vt:lpstr>
      <vt:lpstr>Composing Methods – Extract Method</vt:lpstr>
      <vt:lpstr>Composing Methods – Extract Method</vt:lpstr>
      <vt:lpstr>Composing Methods – Extract Method</vt:lpstr>
      <vt:lpstr>Composing Methods – Extract Method</vt:lpstr>
      <vt:lpstr>Composing Methods – Extract Method</vt:lpstr>
      <vt:lpstr>Composing Methods – Replace Temp with Query</vt:lpstr>
      <vt:lpstr>Composing Methods –  Introduce Explaining Variable</vt:lpstr>
      <vt:lpstr>Composing Methods –  Split Temporary Variable</vt:lpstr>
      <vt:lpstr>Composing Methods – Remove Assignments to Parameters</vt:lpstr>
      <vt:lpstr>Composing Methods – Remove Assignments to Parameters</vt:lpstr>
      <vt:lpstr>Reading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34</cp:revision>
  <dcterms:created xsi:type="dcterms:W3CDTF">2019-06-07T16:06:41Z</dcterms:created>
  <dcterms:modified xsi:type="dcterms:W3CDTF">2024-05-06T05:44:46Z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0x0101007D91684B4F51014982BED21342ACE24F</vt:lpwstr>
  </property>
</Properties>
</file>