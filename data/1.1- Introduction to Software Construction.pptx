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2"/>
  </p:notesMasterIdLst>
  <p:sldIdLst>
    <p:sldId id="330" r:id="rId6"/>
    <p:sldId id="333" r:id="rId7"/>
    <p:sldId id="414" r:id="rId8"/>
    <p:sldId id="416" r:id="rId9"/>
    <p:sldId id="417" r:id="rId10"/>
    <p:sldId id="419" r:id="rId11"/>
    <p:sldId id="420" r:id="rId12"/>
    <p:sldId id="421" r:id="rId13"/>
    <p:sldId id="422" r:id="rId14"/>
    <p:sldId id="415" r:id="rId15"/>
    <p:sldId id="424" r:id="rId16"/>
    <p:sldId id="425" r:id="rId17"/>
    <p:sldId id="426" r:id="rId18"/>
    <p:sldId id="427" r:id="rId19"/>
    <p:sldId id="429" r:id="rId20"/>
    <p:sldId id="41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333"/>
            <p14:sldId id="414"/>
            <p14:sldId id="416"/>
            <p14:sldId id="417"/>
            <p14:sldId id="419"/>
            <p14:sldId id="420"/>
            <p14:sldId id="421"/>
            <p14:sldId id="422"/>
            <p14:sldId id="415"/>
            <p14:sldId id="424"/>
            <p14:sldId id="425"/>
            <p14:sldId id="426"/>
            <p14:sldId id="427"/>
            <p14:sldId id="429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7" autoAdjust="0"/>
    <p:restoredTop sz="94660"/>
  </p:normalViewPr>
  <p:slideViewPr>
    <p:cSldViewPr snapToGrid="0">
      <p:cViewPr>
        <p:scale>
          <a:sx n="75" d="100"/>
          <a:sy n="75" d="100"/>
        </p:scale>
        <p:origin x="2484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S::04100753@uj.edu.sa::9b436a58-7297-423f-8410-66c59c69358a" providerId="AD" clId="Web-{1E3662A8-55B5-F044-253C-2CD17E395D52}"/>
    <pc:docChg chg="modSld">
      <pc:chgData name="Mohammad Dakhilallah Mohammad Alahmadi" userId="S::04100753@uj.edu.sa::9b436a58-7297-423f-8410-66c59c69358a" providerId="AD" clId="Web-{1E3662A8-55B5-F044-253C-2CD17E395D52}" dt="2023-08-25T10:28:20.387" v="24" actId="20577"/>
      <pc:docMkLst>
        <pc:docMk/>
      </pc:docMkLst>
      <pc:sldChg chg="addSp delSp modSp">
        <pc:chgData name="Mohammad Dakhilallah Mohammad Alahmadi" userId="S::04100753@uj.edu.sa::9b436a58-7297-423f-8410-66c59c69358a" providerId="AD" clId="Web-{1E3662A8-55B5-F044-253C-2CD17E395D52}" dt="2023-08-25T10:28:20.387" v="24" actId="20577"/>
        <pc:sldMkLst>
          <pc:docMk/>
          <pc:sldMk cId="0" sldId="330"/>
        </pc:sldMkLst>
        <pc:spChg chg="add del mod">
          <ac:chgData name="Mohammad Dakhilallah Mohammad Alahmadi" userId="S::04100753@uj.edu.sa::9b436a58-7297-423f-8410-66c59c69358a" providerId="AD" clId="Web-{1E3662A8-55B5-F044-253C-2CD17E395D52}" dt="2023-08-25T10:27:52.417" v="8"/>
          <ac:spMkLst>
            <pc:docMk/>
            <pc:sldMk cId="0" sldId="330"/>
            <ac:spMk id="4" creationId="{5DB4CAC4-D8B4-CFBB-C296-430BADDBF7C1}"/>
          </ac:spMkLst>
        </pc:spChg>
        <pc:spChg chg="add mod">
          <ac:chgData name="Mohammad Dakhilallah Mohammad Alahmadi" userId="S::04100753@uj.edu.sa::9b436a58-7297-423f-8410-66c59c69358a" providerId="AD" clId="Web-{1E3662A8-55B5-F044-253C-2CD17E395D52}" dt="2023-08-25T10:28:20.387" v="24" actId="20577"/>
          <ac:spMkLst>
            <pc:docMk/>
            <pc:sldMk cId="0" sldId="330"/>
            <ac:spMk id="5" creationId="{19EBD20D-CDAA-C152-6957-669FB0C7F926}"/>
          </ac:spMkLst>
        </pc:spChg>
        <pc:spChg chg="del mod">
          <ac:chgData name="Mohammad Dakhilallah Mohammad Alahmadi" userId="S::04100753@uj.edu.sa::9b436a58-7297-423f-8410-66c59c69358a" providerId="AD" clId="Web-{1E3662A8-55B5-F044-253C-2CD17E395D52}" dt="2023-08-25T10:27:46.354" v="7"/>
          <ac:spMkLst>
            <pc:docMk/>
            <pc:sldMk cId="0" sldId="330"/>
            <ac:spMk id="4098" creationId="{5F092033-53A0-4557-BC8C-EDF7C4004F50}"/>
          </ac:spMkLst>
        </pc:spChg>
      </pc:sldChg>
    </pc:docChg>
  </pc:docChgLst>
  <pc:docChgLst>
    <pc:chgData clId="Web-{AE7E9058-848B-49B7-A03F-EB361C6A3477}"/>
    <pc:docChg chg="modSld">
      <pc:chgData name="" userId="" providerId="" clId="Web-{AE7E9058-848B-49B7-A03F-EB361C6A3477}" dt="2022-01-13T04:25:55.338" v="1"/>
      <pc:docMkLst>
        <pc:docMk/>
      </pc:docMkLst>
      <pc:sldChg chg="addSp modSp">
        <pc:chgData name="" userId="" providerId="" clId="Web-{AE7E9058-848B-49B7-A03F-EB361C6A3477}" dt="2022-01-13T04:25:55.338" v="1"/>
        <pc:sldMkLst>
          <pc:docMk/>
          <pc:sldMk cId="0" sldId="330"/>
        </pc:sldMkLst>
        <pc:spChg chg="add mod">
          <ac:chgData name="" userId="" providerId="" clId="Web-{AE7E9058-848B-49B7-A03F-EB361C6A3477}" dt="2022-01-13T04:25:55.338" v="1"/>
          <ac:spMkLst>
            <pc:docMk/>
            <pc:sldMk cId="0" sldId="330"/>
            <ac:spMk id="2" creationId="{0A50D4C1-B09B-4AA3-8A82-2B78FBB3284F}"/>
          </ac:spMkLst>
        </pc:spChg>
      </pc:sldChg>
    </pc:docChg>
  </pc:docChgLst>
  <pc:docChgLst>
    <pc:chgData name="Mohammad Dakhilallah Mohammad Alahmadi" userId="9b436a58-7297-423f-8410-66c59c69358a" providerId="ADAL" clId="{B7B3F6C8-34E5-4DCF-889B-37BCEF68DE50}"/>
    <pc:docChg chg="delSld modSection">
      <pc:chgData name="Mohammad Dakhilallah Mohammad Alahmadi" userId="9b436a58-7297-423f-8410-66c59c69358a" providerId="ADAL" clId="{B7B3F6C8-34E5-4DCF-889B-37BCEF68DE50}" dt="2023-08-27T16:29:43.025" v="0" actId="47"/>
      <pc:docMkLst>
        <pc:docMk/>
      </pc:docMkLst>
      <pc:sldChg chg="del">
        <pc:chgData name="Mohammad Dakhilallah Mohammad Alahmadi" userId="9b436a58-7297-423f-8410-66c59c69358a" providerId="ADAL" clId="{B7B3F6C8-34E5-4DCF-889B-37BCEF68DE50}" dt="2023-08-27T16:29:43.025" v="0" actId="47"/>
        <pc:sldMkLst>
          <pc:docMk/>
          <pc:sldMk cId="2586610191" sldId="423"/>
        </pc:sldMkLst>
      </pc:sldChg>
    </pc:docChg>
  </pc:docChgLst>
  <pc:docChgLst>
    <pc:chgData name="Mohammad Dakhilallah Mohammad Alahmadi" userId="S::04100753@uj.edu.sa::9b436a58-7297-423f-8410-66c59c69358a" providerId="AD" clId="Web-{2DCB5397-94F6-D90B-9DED-8587E0303D2D}"/>
    <pc:docChg chg="modSld">
      <pc:chgData name="Mohammad Dakhilallah Mohammad Alahmadi" userId="S::04100753@uj.edu.sa::9b436a58-7297-423f-8410-66c59c69358a" providerId="AD" clId="Web-{2DCB5397-94F6-D90B-9DED-8587E0303D2D}" dt="2022-12-07T13:06:37.242" v="1" actId="1076"/>
      <pc:docMkLst>
        <pc:docMk/>
      </pc:docMkLst>
      <pc:sldChg chg="modSp">
        <pc:chgData name="Mohammad Dakhilallah Mohammad Alahmadi" userId="S::04100753@uj.edu.sa::9b436a58-7297-423f-8410-66c59c69358a" providerId="AD" clId="Web-{2DCB5397-94F6-D90B-9DED-8587E0303D2D}" dt="2022-12-07T13:06:37.242" v="1" actId="1076"/>
        <pc:sldMkLst>
          <pc:docMk/>
          <pc:sldMk cId="0" sldId="333"/>
        </pc:sldMkLst>
        <pc:picChg chg="mod">
          <ac:chgData name="Mohammad Dakhilallah Mohammad Alahmadi" userId="S::04100753@uj.edu.sa::9b436a58-7297-423f-8410-66c59c69358a" providerId="AD" clId="Web-{2DCB5397-94F6-D90B-9DED-8587E0303D2D}" dt="2022-12-07T13:06:37.242" v="1" actId="1076"/>
          <ac:picMkLst>
            <pc:docMk/>
            <pc:sldMk cId="0" sldId="333"/>
            <ac:picMk id="4" creationId="{82E9C40D-7C72-4CE3-9F36-70245FAC4F8F}"/>
          </ac:picMkLst>
        </pc:picChg>
      </pc:sldChg>
    </pc:docChg>
  </pc:docChgLst>
  <pc:docChgLst>
    <pc:chgData name="Mohammad Dakhilallah Mohammad Alahmadi" userId="S::04100753@uj.edu.sa::9b436a58-7297-423f-8410-66c59c69358a" providerId="AD" clId="Web-{0743025E-F8CD-0215-204F-C855505076D3}"/>
    <pc:docChg chg="modSld">
      <pc:chgData name="Mohammad Dakhilallah Mohammad Alahmadi" userId="S::04100753@uj.edu.sa::9b436a58-7297-423f-8410-66c59c69358a" providerId="AD" clId="Web-{0743025E-F8CD-0215-204F-C855505076D3}" dt="2022-12-05T20:28:44.662" v="41"/>
      <pc:docMkLst>
        <pc:docMk/>
      </pc:docMkLst>
      <pc:sldChg chg="modSp">
        <pc:chgData name="Mohammad Dakhilallah Mohammad Alahmadi" userId="S::04100753@uj.edu.sa::9b436a58-7297-423f-8410-66c59c69358a" providerId="AD" clId="Web-{0743025E-F8CD-0215-204F-C855505076D3}" dt="2022-12-05T20:28:44.662" v="41"/>
        <pc:sldMkLst>
          <pc:docMk/>
          <pc:sldMk cId="710246750" sldId="404"/>
        </pc:sldMkLst>
        <pc:graphicFrameChg chg="mod modGraphic">
          <ac:chgData name="Mohammad Dakhilallah Mohammad Alahmadi" userId="S::04100753@uj.edu.sa::9b436a58-7297-423f-8410-66c59c69358a" providerId="AD" clId="Web-{0743025E-F8CD-0215-204F-C855505076D3}" dt="2022-12-05T20:28:44.662" v="41"/>
          <ac:graphicFrameMkLst>
            <pc:docMk/>
            <pc:sldMk cId="710246750" sldId="404"/>
            <ac:graphicFrameMk id="3" creationId="{5675B709-71B5-4197-86B8-0C1DA92238B4}"/>
          </ac:graphicFrameMkLst>
        </pc:graphicFrameChg>
      </pc:sldChg>
    </pc:docChg>
  </pc:docChgLst>
  <pc:docChgLst>
    <pc:chgData name="Mohammad Dakhilallah Mohammad Alahmadi" userId="S::04100753@uj.edu.sa::9b436a58-7297-423f-8410-66c59c69358a" providerId="AD" clId="Web-{C18EFF28-160B-92A4-D898-BCFBAC99E1B1}"/>
    <pc:docChg chg="addSld delSld modSld sldOrd modSection">
      <pc:chgData name="Mohammad Dakhilallah Mohammad Alahmadi" userId="S::04100753@uj.edu.sa::9b436a58-7297-423f-8410-66c59c69358a" providerId="AD" clId="Web-{C18EFF28-160B-92A4-D898-BCFBAC99E1B1}" dt="2022-01-14T22:47:59.845" v="1686" actId="1076"/>
      <pc:docMkLst>
        <pc:docMk/>
      </pc:docMkLst>
      <pc:sldChg chg="del">
        <pc:chgData name="Mohammad Dakhilallah Mohammad Alahmadi" userId="S::04100753@uj.edu.sa::9b436a58-7297-423f-8410-66c59c69358a" providerId="AD" clId="Web-{C18EFF28-160B-92A4-D898-BCFBAC99E1B1}" dt="2022-01-14T22:32:07.473" v="1342"/>
        <pc:sldMkLst>
          <pc:docMk/>
          <pc:sldMk cId="0" sldId="288"/>
        </pc:sldMkLst>
      </pc:sldChg>
      <pc:sldChg chg="modSp">
        <pc:chgData name="Mohammad Dakhilallah Mohammad Alahmadi" userId="S::04100753@uj.edu.sa::9b436a58-7297-423f-8410-66c59c69358a" providerId="AD" clId="Web-{C18EFF28-160B-92A4-D898-BCFBAC99E1B1}" dt="2022-01-14T21:57:50.149" v="29" actId="20577"/>
        <pc:sldMkLst>
          <pc:docMk/>
          <pc:sldMk cId="0" sldId="330"/>
        </pc:sldMkLst>
        <pc:spChg chg="mod">
          <ac:chgData name="Mohammad Dakhilallah Mohammad Alahmadi" userId="S::04100753@uj.edu.sa::9b436a58-7297-423f-8410-66c59c69358a" providerId="AD" clId="Web-{C18EFF28-160B-92A4-D898-BCFBAC99E1B1}" dt="2022-01-14T21:57:50.149" v="29" actId="20577"/>
          <ac:spMkLst>
            <pc:docMk/>
            <pc:sldMk cId="0" sldId="330"/>
            <ac:spMk id="4098" creationId="{5F092033-53A0-4557-BC8C-EDF7C4004F50}"/>
          </ac:spMkLst>
        </pc:spChg>
      </pc:sldChg>
      <pc:sldChg chg="addSp delSp modSp ord">
        <pc:chgData name="Mohammad Dakhilallah Mohammad Alahmadi" userId="S::04100753@uj.edu.sa::9b436a58-7297-423f-8410-66c59c69358a" providerId="AD" clId="Web-{C18EFF28-160B-92A4-D898-BCFBAC99E1B1}" dt="2022-01-14T22:47:59.845" v="1686" actId="1076"/>
        <pc:sldMkLst>
          <pc:docMk/>
          <pc:sldMk cId="0" sldId="333"/>
        </pc:sldMkLst>
        <pc:spChg chg="mod">
          <ac:chgData name="Mohammad Dakhilallah Mohammad Alahmadi" userId="S::04100753@uj.edu.sa::9b436a58-7297-423f-8410-66c59c69358a" providerId="AD" clId="Web-{C18EFF28-160B-92A4-D898-BCFBAC99E1B1}" dt="2022-01-14T22:37:30.514" v="1414" actId="20577"/>
          <ac:spMkLst>
            <pc:docMk/>
            <pc:sldMk cId="0" sldId="333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07:48.683" v="381"/>
          <ac:spMkLst>
            <pc:docMk/>
            <pc:sldMk cId="0" sldId="333"/>
            <ac:spMk id="9219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C18EFF28-160B-92A4-D898-BCFBAC99E1B1}" dt="2022-01-14T22:47:52.298" v="1684" actId="1076"/>
          <ac:picMkLst>
            <pc:docMk/>
            <pc:sldMk cId="0" sldId="333"/>
            <ac:picMk id="2" creationId="{A605A963-9F5D-43D3-9094-256668F135B4}"/>
          </ac:picMkLst>
        </pc:picChg>
        <pc:picChg chg="add mod">
          <ac:chgData name="Mohammad Dakhilallah Mohammad Alahmadi" userId="S::04100753@uj.edu.sa::9b436a58-7297-423f-8410-66c59c69358a" providerId="AD" clId="Web-{C18EFF28-160B-92A4-D898-BCFBAC99E1B1}" dt="2022-01-14T22:47:42.422" v="1681" actId="1076"/>
          <ac:picMkLst>
            <pc:docMk/>
            <pc:sldMk cId="0" sldId="333"/>
            <ac:picMk id="3" creationId="{2B9BC1BB-BEF7-40E1-974D-732AA5E4AF18}"/>
          </ac:picMkLst>
        </pc:picChg>
        <pc:picChg chg="add mod">
          <ac:chgData name="Mohammad Dakhilallah Mohammad Alahmadi" userId="S::04100753@uj.edu.sa::9b436a58-7297-423f-8410-66c59c69358a" providerId="AD" clId="Web-{C18EFF28-160B-92A4-D898-BCFBAC99E1B1}" dt="2022-01-14T22:47:59.845" v="1686" actId="1076"/>
          <ac:picMkLst>
            <pc:docMk/>
            <pc:sldMk cId="0" sldId="333"/>
            <ac:picMk id="4" creationId="{82E9C40D-7C72-4CE3-9F36-70245FAC4F8F}"/>
          </ac:picMkLst>
        </pc:picChg>
        <pc:picChg chg="del">
          <ac:chgData name="Mohammad Dakhilallah Mohammad Alahmadi" userId="S::04100753@uj.edu.sa::9b436a58-7297-423f-8410-66c59c69358a" providerId="AD" clId="Web-{C18EFF28-160B-92A4-D898-BCFBAC99E1B1}" dt="2022-01-14T21:59:45.434" v="56"/>
          <ac:picMkLst>
            <pc:docMk/>
            <pc:sldMk cId="0" sldId="333"/>
            <ac:picMk id="9221" creationId="{3CFB5F66-5BCB-4EC4-B35B-227124147D55}"/>
          </ac:picMkLst>
        </pc:picChg>
      </pc:sldChg>
      <pc:sldChg chg="del">
        <pc:chgData name="Mohammad Dakhilallah Mohammad Alahmadi" userId="S::04100753@uj.edu.sa::9b436a58-7297-423f-8410-66c59c69358a" providerId="AD" clId="Web-{C18EFF28-160B-92A4-D898-BCFBAC99E1B1}" dt="2022-01-14T22:32:08.957" v="1343"/>
        <pc:sldMkLst>
          <pc:docMk/>
          <pc:sldMk cId="0" sldId="33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05.692" v="1341"/>
        <pc:sldMkLst>
          <pc:docMk/>
          <pc:sldMk cId="1170182624" sldId="35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09.598" v="1344"/>
        <pc:sldMkLst>
          <pc:docMk/>
          <pc:sldMk cId="1687645417" sldId="35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0.926" v="1345"/>
        <pc:sldMkLst>
          <pc:docMk/>
          <pc:sldMk cId="3605737105" sldId="35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1.301" v="1346"/>
        <pc:sldMkLst>
          <pc:docMk/>
          <pc:sldMk cId="1337695496" sldId="35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2.942" v="1348"/>
        <pc:sldMkLst>
          <pc:docMk/>
          <pc:sldMk cId="4083632314" sldId="361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3.301" v="1349"/>
        <pc:sldMkLst>
          <pc:docMk/>
          <pc:sldMk cId="3487148623" sldId="363"/>
        </pc:sldMkLst>
      </pc:sldChg>
      <pc:sldChg chg="modSp del ord">
        <pc:chgData name="Mohammad Dakhilallah Mohammad Alahmadi" userId="S::04100753@uj.edu.sa::9b436a58-7297-423f-8410-66c59c69358a" providerId="AD" clId="Web-{C18EFF28-160B-92A4-D898-BCFBAC99E1B1}" dt="2022-01-14T22:32:02.410" v="1339"/>
        <pc:sldMkLst>
          <pc:docMk/>
          <pc:sldMk cId="1353233220" sldId="364"/>
        </pc:sldMkLst>
        <pc:spChg chg="mod">
          <ac:chgData name="Mohammad Dakhilallah Mohammad Alahmadi" userId="S::04100753@uj.edu.sa::9b436a58-7297-423f-8410-66c59c69358a" providerId="AD" clId="Web-{C18EFF28-160B-92A4-D898-BCFBAC99E1B1}" dt="2022-01-14T21:59:29.731" v="45" actId="20577"/>
          <ac:spMkLst>
            <pc:docMk/>
            <pc:sldMk cId="1353233220" sldId="364"/>
            <ac:spMk id="17410" creationId="{00000000-0000-0000-0000-000000000000}"/>
          </ac:spMkLst>
        </pc:spChg>
      </pc:sldChg>
      <pc:sldChg chg="del">
        <pc:chgData name="Mohammad Dakhilallah Mohammad Alahmadi" userId="S::04100753@uj.edu.sa::9b436a58-7297-423f-8410-66c59c69358a" providerId="AD" clId="Web-{C18EFF28-160B-92A4-D898-BCFBAC99E1B1}" dt="2022-01-14T22:32:15.504" v="1350"/>
        <pc:sldMkLst>
          <pc:docMk/>
          <pc:sldMk cId="1445123838" sldId="36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6.942" v="1351"/>
        <pc:sldMkLst>
          <pc:docMk/>
          <pc:sldMk cId="339567192" sldId="36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8.489" v="1352"/>
        <pc:sldMkLst>
          <pc:docMk/>
          <pc:sldMk cId="4160360724" sldId="36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0.630" v="1354"/>
        <pc:sldMkLst>
          <pc:docMk/>
          <pc:sldMk cId="667307753" sldId="37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9.004" v="1353"/>
        <pc:sldMkLst>
          <pc:docMk/>
          <pc:sldMk cId="738462305" sldId="37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0.895" v="1355"/>
        <pc:sldMkLst>
          <pc:docMk/>
          <pc:sldMk cId="3958245806" sldId="37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2.411" v="1356"/>
        <pc:sldMkLst>
          <pc:docMk/>
          <pc:sldMk cId="2307568836" sldId="37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3.848" v="1357"/>
        <pc:sldMkLst>
          <pc:docMk/>
          <pc:sldMk cId="2581555751" sldId="37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7.427" v="1359"/>
        <pc:sldMkLst>
          <pc:docMk/>
          <pc:sldMk cId="1282125747" sldId="37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3:00.943" v="1375"/>
        <pc:sldMkLst>
          <pc:docMk/>
          <pc:sldMk cId="1253044130" sldId="38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7.052" v="1358"/>
        <pc:sldMkLst>
          <pc:docMk/>
          <pc:sldMk cId="3168087689" sldId="38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8.005" v="1360"/>
        <pc:sldMkLst>
          <pc:docMk/>
          <pc:sldMk cId="212204901" sldId="38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9.427" v="1361"/>
        <pc:sldMkLst>
          <pc:docMk/>
          <pc:sldMk cId="3599405025" sldId="38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0.692" v="1362"/>
        <pc:sldMkLst>
          <pc:docMk/>
          <pc:sldMk cId="1443717038" sldId="38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2.114" v="1363"/>
        <pc:sldMkLst>
          <pc:docMk/>
          <pc:sldMk cId="3015082322" sldId="38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2.364" v="1364"/>
        <pc:sldMkLst>
          <pc:docMk/>
          <pc:sldMk cId="3324995554" sldId="38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3.817" v="1365"/>
        <pc:sldMkLst>
          <pc:docMk/>
          <pc:sldMk cId="2571566640" sldId="389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3.942" v="1366"/>
        <pc:sldMkLst>
          <pc:docMk/>
          <pc:sldMk cId="2569198315" sldId="39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4.177" v="1367"/>
        <pc:sldMkLst>
          <pc:docMk/>
          <pc:sldMk cId="3374848299" sldId="391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1.490" v="1369"/>
        <pc:sldMkLst>
          <pc:docMk/>
          <pc:sldMk cId="4099750407" sldId="392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5.864" v="1368"/>
        <pc:sldMkLst>
          <pc:docMk/>
          <pc:sldMk cId="3599744147" sldId="39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2.959" v="1370"/>
        <pc:sldMkLst>
          <pc:docMk/>
          <pc:sldMk cId="1079161102" sldId="39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4.396" v="1371"/>
        <pc:sldMkLst>
          <pc:docMk/>
          <pc:sldMk cId="2913624194" sldId="39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6.006" v="1372"/>
        <pc:sldMkLst>
          <pc:docMk/>
          <pc:sldMk cId="4080639230" sldId="39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7.256" v="1373"/>
        <pc:sldMkLst>
          <pc:docMk/>
          <pc:sldMk cId="947874007" sldId="39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8.896" v="1374"/>
        <pc:sldMkLst>
          <pc:docMk/>
          <pc:sldMk cId="1974623767" sldId="399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3:02.303" v="1376"/>
        <pc:sldMkLst>
          <pc:docMk/>
          <pc:sldMk cId="1082078191" sldId="400"/>
        </pc:sldMkLst>
      </pc:sldChg>
      <pc:sldChg chg="add del replId">
        <pc:chgData name="Mohammad Dakhilallah Mohammad Alahmadi" userId="S::04100753@uj.edu.sa::9b436a58-7297-423f-8410-66c59c69358a" providerId="AD" clId="Web-{C18EFF28-160B-92A4-D898-BCFBAC99E1B1}" dt="2022-01-14T22:32:12.692" v="1347"/>
        <pc:sldMkLst>
          <pc:docMk/>
          <pc:sldMk cId="3759157658" sldId="401"/>
        </pc:sldMkLst>
      </pc:sldChg>
      <pc:sldChg chg="add del replId">
        <pc:chgData name="Mohammad Dakhilallah Mohammad Alahmadi" userId="S::04100753@uj.edu.sa::9b436a58-7297-423f-8410-66c59c69358a" providerId="AD" clId="Web-{C18EFF28-160B-92A4-D898-BCFBAC99E1B1}" dt="2022-01-14T22:32:03.551" v="1340"/>
        <pc:sldMkLst>
          <pc:docMk/>
          <pc:sldMk cId="1620420303" sldId="402"/>
        </pc:sldMkLst>
      </pc:sldChg>
      <pc:sldChg chg="addSp delSp modSp add del ord replId">
        <pc:chgData name="Mohammad Dakhilallah Mohammad Alahmadi" userId="S::04100753@uj.edu.sa::9b436a58-7297-423f-8410-66c59c69358a" providerId="AD" clId="Web-{C18EFF28-160B-92A4-D898-BCFBAC99E1B1}" dt="2022-01-14T22:12:16.212" v="501"/>
        <pc:sldMkLst>
          <pc:docMk/>
          <pc:sldMk cId="1010674448" sldId="403"/>
        </pc:sldMkLst>
        <pc:spChg chg="add del mod">
          <ac:chgData name="Mohammad Dakhilallah Mohammad Alahmadi" userId="S::04100753@uj.edu.sa::9b436a58-7297-423f-8410-66c59c69358a" providerId="AD" clId="Web-{C18EFF28-160B-92A4-D898-BCFBAC99E1B1}" dt="2022-01-14T22:08:10.230" v="388"/>
          <ac:spMkLst>
            <pc:docMk/>
            <pc:sldMk cId="1010674448" sldId="403"/>
            <ac:spMk id="3" creationId="{A91243D6-0382-40C7-95B3-79F15BF67EC3}"/>
          </ac:spMkLst>
        </pc:spChg>
        <pc:spChg chg="add del mod">
          <ac:chgData name="Mohammad Dakhilallah Mohammad Alahmadi" userId="S::04100753@uj.edu.sa::9b436a58-7297-423f-8410-66c59c69358a" providerId="AD" clId="Web-{C18EFF28-160B-92A4-D898-BCFBAC99E1B1}" dt="2022-01-14T22:12:02.665" v="496"/>
          <ac:spMkLst>
            <pc:docMk/>
            <pc:sldMk cId="1010674448" sldId="403"/>
            <ac:spMk id="6" creationId="{4F88E885-008F-479C-B5A3-431EAA2B05AF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08:47.703" v="390" actId="20577"/>
          <ac:spMkLst>
            <pc:docMk/>
            <pc:sldMk cId="1010674448" sldId="403"/>
            <ac:spMk id="9218" creationId="{00000000-0000-0000-0000-000000000000}"/>
          </ac:spMkLst>
        </pc:spChg>
        <pc:spChg chg="del">
          <ac:chgData name="Mohammad Dakhilallah Mohammad Alahmadi" userId="S::04100753@uj.edu.sa::9b436a58-7297-423f-8410-66c59c69358a" providerId="AD" clId="Web-{C18EFF28-160B-92A4-D898-BCFBAC99E1B1}" dt="2022-01-14T22:08:01.793" v="387"/>
          <ac:spMkLst>
            <pc:docMk/>
            <pc:sldMk cId="1010674448" sldId="403"/>
            <ac:spMk id="9219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C18EFF28-160B-92A4-D898-BCFBAC99E1B1}" dt="2022-01-14T22:08:54" v="392" actId="1076"/>
          <ac:picMkLst>
            <pc:docMk/>
            <pc:sldMk cId="1010674448" sldId="403"/>
            <ac:picMk id="4" creationId="{525771C9-A8D3-43BF-83C5-6BA731FE5B1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C18EFF28-160B-92A4-D898-BCFBAC99E1B1}" dt="2022-01-14T22:17:15.924" v="687"/>
        <pc:sldMkLst>
          <pc:docMk/>
          <pc:sldMk cId="710246750" sldId="404"/>
        </pc:sldMkLst>
        <pc:spChg chg="add del mod">
          <ac:chgData name="Mohammad Dakhilallah Mohammad Alahmadi" userId="S::04100753@uj.edu.sa::9b436a58-7297-423f-8410-66c59c69358a" providerId="AD" clId="Web-{C18EFF28-160B-92A4-D898-BCFBAC99E1B1}" dt="2022-01-14T22:09:21.754" v="400"/>
          <ac:spMkLst>
            <pc:docMk/>
            <pc:sldMk cId="710246750" sldId="404"/>
            <ac:spMk id="2" creationId="{BA930AC1-179F-4CEB-AC81-3C1678A82097}"/>
          </ac:spMkLst>
        </pc:spChg>
        <pc:spChg chg="add del mod">
          <ac:chgData name="Mohammad Dakhilallah Mohammad Alahmadi" userId="S::04100753@uj.edu.sa::9b436a58-7297-423f-8410-66c59c69358a" providerId="AD" clId="Web-{C18EFF28-160B-92A4-D898-BCFBAC99E1B1}" dt="2022-01-14T22:17:15.924" v="687"/>
          <ac:spMkLst>
            <pc:docMk/>
            <pc:sldMk cId="710246750" sldId="404"/>
            <ac:spMk id="6" creationId="{77D75B0A-2A8C-450A-A995-8B674F062BE8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09:18.441" v="398" actId="20577"/>
          <ac:spMkLst>
            <pc:docMk/>
            <pc:sldMk cId="710246750" sldId="404"/>
            <ac:spMk id="9218" creationId="{00000000-0000-0000-0000-000000000000}"/>
          </ac:spMkLst>
        </pc:spChg>
        <pc:spChg chg="add del mod">
          <ac:chgData name="Mohammad Dakhilallah Mohammad Alahmadi" userId="S::04100753@uj.edu.sa::9b436a58-7297-423f-8410-66c59c69358a" providerId="AD" clId="Web-{C18EFF28-160B-92A4-D898-BCFBAC99E1B1}" dt="2022-01-14T22:17:15.924" v="687"/>
          <ac:spMkLst>
            <pc:docMk/>
            <pc:sldMk cId="710246750" sldId="404"/>
            <ac:spMk id="9219" creationId="{00000000-0000-0000-0000-000000000000}"/>
          </ac:spMkLst>
        </pc:spChg>
        <pc:graphicFrameChg chg="add mod modGraphic">
          <ac:chgData name="Mohammad Dakhilallah Mohammad Alahmadi" userId="S::04100753@uj.edu.sa::9b436a58-7297-423f-8410-66c59c69358a" providerId="AD" clId="Web-{C18EFF28-160B-92A4-D898-BCFBAC99E1B1}" dt="2022-01-14T22:15:48.999" v="685"/>
          <ac:graphicFrameMkLst>
            <pc:docMk/>
            <pc:sldMk cId="710246750" sldId="404"/>
            <ac:graphicFrameMk id="3" creationId="{5675B709-71B5-4197-86B8-0C1DA92238B4}"/>
          </ac:graphicFrameMkLst>
        </pc:graphicFrameChg>
      </pc:sldChg>
      <pc:sldChg chg="modSp add del replId">
        <pc:chgData name="Mohammad Dakhilallah Mohammad Alahmadi" userId="S::04100753@uj.edu.sa::9b436a58-7297-423f-8410-66c59c69358a" providerId="AD" clId="Web-{C18EFF28-160B-92A4-D898-BCFBAC99E1B1}" dt="2022-01-14T22:12:12.399" v="500"/>
        <pc:sldMkLst>
          <pc:docMk/>
          <pc:sldMk cId="2942452856" sldId="405"/>
        </pc:sldMkLst>
        <pc:spChg chg="mod">
          <ac:chgData name="Mohammad Dakhilallah Mohammad Alahmadi" userId="S::04100753@uj.edu.sa::9b436a58-7297-423f-8410-66c59c69358a" providerId="AD" clId="Web-{C18EFF28-160B-92A4-D898-BCFBAC99E1B1}" dt="2022-01-14T22:11:13.898" v="483" actId="20577"/>
          <ac:spMkLst>
            <pc:docMk/>
            <pc:sldMk cId="2942452856" sldId="405"/>
            <ac:spMk id="9219" creationId="{00000000-0000-0000-0000-000000000000}"/>
          </ac:spMkLst>
        </pc:spChg>
      </pc:sldChg>
      <pc:sldChg chg="addSp modSp add replId">
        <pc:chgData name="Mohammad Dakhilallah Mohammad Alahmadi" userId="S::04100753@uj.edu.sa::9b436a58-7297-423f-8410-66c59c69358a" providerId="AD" clId="Web-{C18EFF28-160B-92A4-D898-BCFBAC99E1B1}" dt="2022-01-14T22:12:08.930" v="499" actId="1076"/>
        <pc:sldMkLst>
          <pc:docMk/>
          <pc:sldMk cId="1771720787" sldId="406"/>
        </pc:sldMkLst>
        <pc:spChg chg="mod">
          <ac:chgData name="Mohammad Dakhilallah Mohammad Alahmadi" userId="S::04100753@uj.edu.sa::9b436a58-7297-423f-8410-66c59c69358a" providerId="AD" clId="Web-{C18EFF28-160B-92A4-D898-BCFBAC99E1B1}" dt="2022-01-14T22:11:58.774" v="495" actId="20577"/>
          <ac:spMkLst>
            <pc:docMk/>
            <pc:sldMk cId="1771720787" sldId="406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11:57.555" v="493" actId="20577"/>
          <ac:spMkLst>
            <pc:docMk/>
            <pc:sldMk cId="1771720787" sldId="406"/>
            <ac:spMk id="9219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C18EFF28-160B-92A4-D898-BCFBAC99E1B1}" dt="2022-01-14T22:12:08.930" v="499" actId="1076"/>
          <ac:picMkLst>
            <pc:docMk/>
            <pc:sldMk cId="1771720787" sldId="406"/>
            <ac:picMk id="2" creationId="{76700656-849C-40C2-A868-C2870B0ED860}"/>
          </ac:picMkLst>
        </pc:picChg>
      </pc:sldChg>
      <pc:sldChg chg="delSp modSp add replId">
        <pc:chgData name="Mohammad Dakhilallah Mohammad Alahmadi" userId="S::04100753@uj.edu.sa::9b436a58-7297-423f-8410-66c59c69358a" providerId="AD" clId="Web-{C18EFF28-160B-92A4-D898-BCFBAC99E1B1}" dt="2022-01-14T22:22:36.200" v="927" actId="20577"/>
        <pc:sldMkLst>
          <pc:docMk/>
          <pc:sldMk cId="1865205889" sldId="407"/>
        </pc:sldMkLst>
        <pc:spChg chg="mod">
          <ac:chgData name="Mohammad Dakhilallah Mohammad Alahmadi" userId="S::04100753@uj.edu.sa::9b436a58-7297-423f-8410-66c59c69358a" providerId="AD" clId="Web-{C18EFF28-160B-92A4-D898-BCFBAC99E1B1}" dt="2022-01-14T22:17:31.846" v="692" actId="20577"/>
          <ac:spMkLst>
            <pc:docMk/>
            <pc:sldMk cId="1865205889" sldId="407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22:36.200" v="927" actId="20577"/>
          <ac:spMkLst>
            <pc:docMk/>
            <pc:sldMk cId="1865205889" sldId="407"/>
            <ac:spMk id="9219" creationId="{00000000-0000-0000-0000-000000000000}"/>
          </ac:spMkLst>
        </pc:spChg>
        <pc:graphicFrameChg chg="del">
          <ac:chgData name="Mohammad Dakhilallah Mohammad Alahmadi" userId="S::04100753@uj.edu.sa::9b436a58-7297-423f-8410-66c59c69358a" providerId="AD" clId="Web-{C18EFF28-160B-92A4-D898-BCFBAC99E1B1}" dt="2022-01-14T22:17:33.518" v="693"/>
          <ac:graphicFrameMkLst>
            <pc:docMk/>
            <pc:sldMk cId="1865205889" sldId="407"/>
            <ac:graphicFrameMk id="3" creationId="{5675B709-71B5-4197-86B8-0C1DA92238B4}"/>
          </ac:graphicFrameMkLst>
        </pc:graphicFrameChg>
      </pc:sldChg>
      <pc:sldChg chg="modSp add replId">
        <pc:chgData name="Mohammad Dakhilallah Mohammad Alahmadi" userId="S::04100753@uj.edu.sa::9b436a58-7297-423f-8410-66c59c69358a" providerId="AD" clId="Web-{C18EFF28-160B-92A4-D898-BCFBAC99E1B1}" dt="2022-01-14T22:27:22.058" v="1086" actId="20577"/>
        <pc:sldMkLst>
          <pc:docMk/>
          <pc:sldMk cId="1114942595" sldId="408"/>
        </pc:sldMkLst>
        <pc:spChg chg="mod">
          <ac:chgData name="Mohammad Dakhilallah Mohammad Alahmadi" userId="S::04100753@uj.edu.sa::9b436a58-7297-423f-8410-66c59c69358a" providerId="AD" clId="Web-{C18EFF28-160B-92A4-D898-BCFBAC99E1B1}" dt="2022-01-14T22:22:58.107" v="930" actId="20577"/>
          <ac:spMkLst>
            <pc:docMk/>
            <pc:sldMk cId="1114942595" sldId="408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27:22.058" v="1086" actId="20577"/>
          <ac:spMkLst>
            <pc:docMk/>
            <pc:sldMk cId="1114942595" sldId="408"/>
            <ac:spMk id="9219" creationId="{00000000-0000-0000-0000-000000000000}"/>
          </ac:spMkLst>
        </pc:spChg>
      </pc:sldChg>
      <pc:sldChg chg="modSp add del ord replId">
        <pc:chgData name="Mohammad Dakhilallah Mohammad Alahmadi" userId="S::04100753@uj.edu.sa::9b436a58-7297-423f-8410-66c59c69358a" providerId="AD" clId="Web-{C18EFF28-160B-92A4-D898-BCFBAC99E1B1}" dt="2022-01-14T22:33:06.756" v="1379"/>
        <pc:sldMkLst>
          <pc:docMk/>
          <pc:sldMk cId="500051477" sldId="409"/>
        </pc:sldMkLst>
        <pc:spChg chg="mod">
          <ac:chgData name="Mohammad Dakhilallah Mohammad Alahmadi" userId="S::04100753@uj.edu.sa::9b436a58-7297-423f-8410-66c59c69358a" providerId="AD" clId="Web-{C18EFF28-160B-92A4-D898-BCFBAC99E1B1}" dt="2022-01-14T22:27:37.277" v="1091" actId="20577"/>
          <ac:spMkLst>
            <pc:docMk/>
            <pc:sldMk cId="500051477" sldId="409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29:13.843" v="1160" actId="20577"/>
          <ac:spMkLst>
            <pc:docMk/>
            <pc:sldMk cId="500051477" sldId="409"/>
            <ac:spMk id="9219" creationId="{00000000-0000-0000-0000-000000000000}"/>
          </ac:spMkLst>
        </pc:spChg>
      </pc:sldChg>
      <pc:sldChg chg="modSp add ord replId">
        <pc:chgData name="Mohammad Dakhilallah Mohammad Alahmadi" userId="S::04100753@uj.edu.sa::9b436a58-7297-423f-8410-66c59c69358a" providerId="AD" clId="Web-{C18EFF28-160B-92A4-D898-BCFBAC99E1B1}" dt="2022-01-14T22:31:37.238" v="1333"/>
        <pc:sldMkLst>
          <pc:docMk/>
          <pc:sldMk cId="3714549902" sldId="410"/>
        </pc:sldMkLst>
        <pc:spChg chg="mod">
          <ac:chgData name="Mohammad Dakhilallah Mohammad Alahmadi" userId="S::04100753@uj.edu.sa::9b436a58-7297-423f-8410-66c59c69358a" providerId="AD" clId="Web-{C18EFF28-160B-92A4-D898-BCFBAC99E1B1}" dt="2022-01-14T22:29:29.171" v="1164" actId="20577"/>
          <ac:spMkLst>
            <pc:docMk/>
            <pc:sldMk cId="3714549902" sldId="410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31:32.909" v="1332" actId="20577"/>
          <ac:spMkLst>
            <pc:docMk/>
            <pc:sldMk cId="3714549902" sldId="410"/>
            <ac:spMk id="9219" creationId="{00000000-0000-0000-0000-000000000000}"/>
          </ac:spMkLst>
        </pc:spChg>
      </pc:sldChg>
      <pc:sldChg chg="modSp add del replId">
        <pc:chgData name="Mohammad Dakhilallah Mohammad Alahmadi" userId="S::04100753@uj.edu.sa::9b436a58-7297-423f-8410-66c59c69358a" providerId="AD" clId="Web-{C18EFF28-160B-92A4-D898-BCFBAC99E1B1}" dt="2022-01-14T22:44:33.386" v="1628" actId="20577"/>
        <pc:sldMkLst>
          <pc:docMk/>
          <pc:sldMk cId="3604652028" sldId="411"/>
        </pc:sldMkLst>
        <pc:spChg chg="mod">
          <ac:chgData name="Mohammad Dakhilallah Mohammad Alahmadi" userId="S::04100753@uj.edu.sa::9b436a58-7297-423f-8410-66c59c69358a" providerId="AD" clId="Web-{C18EFF28-160B-92A4-D898-BCFBAC99E1B1}" dt="2022-01-14T22:31:59.207" v="1338" actId="20577"/>
          <ac:spMkLst>
            <pc:docMk/>
            <pc:sldMk cId="3604652028" sldId="411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44:33.386" v="1628" actId="20577"/>
          <ac:spMkLst>
            <pc:docMk/>
            <pc:sldMk cId="3604652028" sldId="411"/>
            <ac:spMk id="9219" creationId="{00000000-0000-0000-0000-000000000000}"/>
          </ac:spMkLst>
        </pc:spChg>
      </pc:sldChg>
      <pc:sldChg chg="addSp delSp modSp add replId">
        <pc:chgData name="Mohammad Dakhilallah Mohammad Alahmadi" userId="S::04100753@uj.edu.sa::9b436a58-7297-423f-8410-66c59c69358a" providerId="AD" clId="Web-{C18EFF28-160B-92A4-D898-BCFBAC99E1B1}" dt="2022-01-14T22:45:44.513" v="1662" actId="20577"/>
        <pc:sldMkLst>
          <pc:docMk/>
          <pc:sldMk cId="3150630969" sldId="412"/>
        </pc:sldMkLst>
        <pc:spChg chg="add del mod">
          <ac:chgData name="Mohammad Dakhilallah Mohammad Alahmadi" userId="S::04100753@uj.edu.sa::9b436a58-7297-423f-8410-66c59c69358a" providerId="AD" clId="Web-{C18EFF28-160B-92A4-D898-BCFBAC99E1B1}" dt="2022-01-14T22:45:26.653" v="1654"/>
          <ac:spMkLst>
            <pc:docMk/>
            <pc:sldMk cId="3150630969" sldId="412"/>
            <ac:spMk id="3" creationId="{A38D46A1-29B1-408F-A47F-8EEC20C47813}"/>
          </ac:spMkLst>
        </pc:spChg>
        <pc:spChg chg="add mod">
          <ac:chgData name="Mohammad Dakhilallah Mohammad Alahmadi" userId="S::04100753@uj.edu.sa::9b436a58-7297-423f-8410-66c59c69358a" providerId="AD" clId="Web-{C18EFF28-160B-92A4-D898-BCFBAC99E1B1}" dt="2022-01-14T22:45:44.513" v="1662" actId="20577"/>
          <ac:spMkLst>
            <pc:docMk/>
            <pc:sldMk cId="3150630969" sldId="412"/>
            <ac:spMk id="4" creationId="{88C360D8-06EC-45E1-9F03-07203CCB8D4E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45:13.277" v="1649" actId="20577"/>
          <ac:spMkLst>
            <pc:docMk/>
            <pc:sldMk cId="3150630969" sldId="412"/>
            <ac:spMk id="9218" creationId="{00000000-0000-0000-0000-000000000000}"/>
          </ac:spMkLst>
        </pc:spChg>
        <pc:spChg chg="del mod">
          <ac:chgData name="Mohammad Dakhilallah Mohammad Alahmadi" userId="S::04100753@uj.edu.sa::9b436a58-7297-423f-8410-66c59c69358a" providerId="AD" clId="Web-{C18EFF28-160B-92A4-D898-BCFBAC99E1B1}" dt="2022-01-14T22:45:01.621" v="1645"/>
          <ac:spMkLst>
            <pc:docMk/>
            <pc:sldMk cId="3150630969" sldId="412"/>
            <ac:spMk id="9219" creationId="{00000000-0000-0000-0000-000000000000}"/>
          </ac:spMkLst>
        </pc:spChg>
      </pc:sldChg>
    </pc:docChg>
  </pc:docChgLst>
  <pc:docChgLst>
    <pc:chgData name="Mohammad Dakhilallah Mohammad Alahmadi" userId="S::04100753@uj.edu.sa::9b436a58-7297-423f-8410-66c59c69358a" providerId="AD" clId="Web-{2F2D719C-4015-8049-543D-79F59B8C44A4}"/>
    <pc:docChg chg="addSld delSld modSld modSection">
      <pc:chgData name="Mohammad Dakhilallah Mohammad Alahmadi" userId="S::04100753@uj.edu.sa::9b436a58-7297-423f-8410-66c59c69358a" providerId="AD" clId="Web-{2F2D719C-4015-8049-543D-79F59B8C44A4}" dt="2022-01-15T21:16:40.541" v="4"/>
      <pc:docMkLst>
        <pc:docMk/>
      </pc:docMkLst>
      <pc:sldChg chg="modSp">
        <pc:chgData name="Mohammad Dakhilallah Mohammad Alahmadi" userId="S::04100753@uj.edu.sa::9b436a58-7297-423f-8410-66c59c69358a" providerId="AD" clId="Web-{2F2D719C-4015-8049-543D-79F59B8C44A4}" dt="2022-01-15T21:07:53.973" v="0" actId="20577"/>
        <pc:sldMkLst>
          <pc:docMk/>
          <pc:sldMk cId="3714549902" sldId="410"/>
        </pc:sldMkLst>
        <pc:spChg chg="mod">
          <ac:chgData name="Mohammad Dakhilallah Mohammad Alahmadi" userId="S::04100753@uj.edu.sa::9b436a58-7297-423f-8410-66c59c69358a" providerId="AD" clId="Web-{2F2D719C-4015-8049-543D-79F59B8C44A4}" dt="2022-01-15T21:07:53.973" v="0" actId="20577"/>
          <ac:spMkLst>
            <pc:docMk/>
            <pc:sldMk cId="3714549902" sldId="410"/>
            <ac:spMk id="9219" creationId="{00000000-0000-0000-0000-000000000000}"/>
          </ac:spMkLst>
        </pc:spChg>
      </pc:sldChg>
      <pc:sldChg chg="del">
        <pc:chgData name="Mohammad Dakhilallah Mohammad Alahmadi" userId="S::04100753@uj.edu.sa::9b436a58-7297-423f-8410-66c59c69358a" providerId="AD" clId="Web-{2F2D719C-4015-8049-543D-79F59B8C44A4}" dt="2022-01-15T21:16:40.541" v="4"/>
        <pc:sldMkLst>
          <pc:docMk/>
          <pc:sldMk cId="3150630969" sldId="412"/>
        </pc:sldMkLst>
      </pc:sldChg>
      <pc:sldChg chg="add del">
        <pc:chgData name="Mohammad Dakhilallah Mohammad Alahmadi" userId="S::04100753@uj.edu.sa::9b436a58-7297-423f-8410-66c59c69358a" providerId="AD" clId="Web-{2F2D719C-4015-8049-543D-79F59B8C44A4}" dt="2022-01-15T21:16:38.384" v="3"/>
        <pc:sldMkLst>
          <pc:docMk/>
          <pc:sldMk cId="2615860504" sldId="413"/>
        </pc:sldMkLst>
      </pc:sldChg>
    </pc:docChg>
  </pc:docChgLst>
  <pc:docChgLst>
    <pc:chgData name="Mohammad Dakhilallah Mohammad Alahmadi" userId="S::04100753@uj.edu.sa::9b436a58-7297-423f-8410-66c59c69358a" providerId="AD" clId="Web-{4CD5AD71-9F25-2E8B-2826-56CB235CD95F}"/>
    <pc:docChg chg="modSld">
      <pc:chgData name="Mohammad Dakhilallah Mohammad Alahmadi" userId="S::04100753@uj.edu.sa::9b436a58-7297-423f-8410-66c59c69358a" providerId="AD" clId="Web-{4CD5AD71-9F25-2E8B-2826-56CB235CD95F}" dt="2022-01-13T04:23:13.487" v="6"/>
      <pc:docMkLst>
        <pc:docMk/>
      </pc:docMkLst>
      <pc:sldChg chg="modSp">
        <pc:chgData name="Mohammad Dakhilallah Mohammad Alahmadi" userId="S::04100753@uj.edu.sa::9b436a58-7297-423f-8410-66c59c69358a" providerId="AD" clId="Web-{4CD5AD71-9F25-2E8B-2826-56CB235CD95F}" dt="2022-01-13T04:23:13.487" v="6"/>
        <pc:sldMkLst>
          <pc:docMk/>
          <pc:sldMk cId="1282125747" sldId="378"/>
        </pc:sldMkLst>
        <pc:spChg chg="mod">
          <ac:chgData name="Mohammad Dakhilallah Mohammad Alahmadi" userId="S::04100753@uj.edu.sa::9b436a58-7297-423f-8410-66c59c69358a" providerId="AD" clId="Web-{4CD5AD71-9F25-2E8B-2826-56CB235CD95F}" dt="2022-01-13T04:23:13.487" v="6"/>
          <ac:spMkLst>
            <pc:docMk/>
            <pc:sldMk cId="1282125747" sldId="378"/>
            <ac:spMk id="13" creationId="{9BBD02E6-D219-4B36-911B-A0836301EC08}"/>
          </ac:spMkLst>
        </pc:spChg>
      </pc:sldChg>
    </pc:docChg>
  </pc:docChgLst>
  <pc:docChgLst>
    <pc:chgData name="Mohammad Dakhilallah Mohammad Alahmadi" userId="S::04100753@uj.edu.sa::9b436a58-7297-423f-8410-66c59c69358a" providerId="AD" clId="Web-{B2C107CA-FF02-8FDA-9D17-46921C20BF23}"/>
    <pc:docChg chg="addSld modSld sldOrd modSection">
      <pc:chgData name="Mohammad Dakhilallah Mohammad Alahmadi" userId="S::04100753@uj.edu.sa::9b436a58-7297-423f-8410-66c59c69358a" providerId="AD" clId="Web-{B2C107CA-FF02-8FDA-9D17-46921C20BF23}" dt="2022-01-14T20:31:21.161" v="51" actId="20577"/>
      <pc:docMkLst>
        <pc:docMk/>
      </pc:docMkLst>
      <pc:sldChg chg="add ord replId">
        <pc:chgData name="Mohammad Dakhilallah Mohammad Alahmadi" userId="S::04100753@uj.edu.sa::9b436a58-7297-423f-8410-66c59c69358a" providerId="AD" clId="Web-{B2C107CA-FF02-8FDA-9D17-46921C20BF23}" dt="2022-01-14T20:23:59.541" v="1"/>
        <pc:sldMkLst>
          <pc:docMk/>
          <pc:sldMk cId="2609752589" sldId="394"/>
        </pc:sldMkLst>
      </pc:sldChg>
      <pc:sldChg chg="addSp delSp modSp add replId">
        <pc:chgData name="Mohammad Dakhilallah Mohammad Alahmadi" userId="S::04100753@uj.edu.sa::9b436a58-7297-423f-8410-66c59c69358a" providerId="AD" clId="Web-{B2C107CA-FF02-8FDA-9D17-46921C20BF23}" dt="2022-01-14T20:28:02.937" v="17" actId="1076"/>
        <pc:sldMkLst>
          <pc:docMk/>
          <pc:sldMk cId="1079161102" sldId="395"/>
        </pc:sldMkLst>
        <pc:spChg chg="mod">
          <ac:chgData name="Mohammad Dakhilallah Mohammad Alahmadi" userId="S::04100753@uj.edu.sa::9b436a58-7297-423f-8410-66c59c69358a" providerId="AD" clId="Web-{B2C107CA-FF02-8FDA-9D17-46921C20BF23}" dt="2022-01-14T20:26:52.873" v="12" actId="14100"/>
          <ac:spMkLst>
            <pc:docMk/>
            <pc:sldMk cId="1079161102" sldId="395"/>
            <ac:spMk id="17410" creationId="{00000000-0000-0000-0000-000000000000}"/>
          </ac:spMkLst>
        </pc:spChg>
        <pc:grpChg chg="del">
          <ac:chgData name="Mohammad Dakhilallah Mohammad Alahmadi" userId="S::04100753@uj.edu.sa::9b436a58-7297-423f-8410-66c59c69358a" providerId="AD" clId="Web-{B2C107CA-FF02-8FDA-9D17-46921C20BF23}" dt="2022-01-14T20:26:54.045" v="13"/>
          <ac:grpSpMkLst>
            <pc:docMk/>
            <pc:sldMk cId="1079161102" sldId="395"/>
            <ac:grpSpMk id="9" creationId="{C6C33A0C-61B3-4D11-9F3F-E94215DB392A}"/>
          </ac:grpSpMkLst>
        </pc:grpChg>
        <pc:picChg chg="add mod">
          <ac:chgData name="Mohammad Dakhilallah Mohammad Alahmadi" userId="S::04100753@uj.edu.sa::9b436a58-7297-423f-8410-66c59c69358a" providerId="AD" clId="Web-{B2C107CA-FF02-8FDA-9D17-46921C20BF23}" dt="2022-01-14T20:28:02.937" v="17" actId="1076"/>
          <ac:picMkLst>
            <pc:docMk/>
            <pc:sldMk cId="1079161102" sldId="395"/>
            <ac:picMk id="3" creationId="{5CA51C7C-C3F3-4F79-A138-E15705DA3487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B2C107CA-FF02-8FDA-9D17-46921C20BF23}" dt="2022-01-14T20:31:21.161" v="51" actId="20577"/>
        <pc:sldMkLst>
          <pc:docMk/>
          <pc:sldMk cId="2913624194" sldId="396"/>
        </pc:sldMkLst>
        <pc:spChg chg="add mod">
          <ac:chgData name="Mohammad Dakhilallah Mohammad Alahmadi" userId="S::04100753@uj.edu.sa::9b436a58-7297-423f-8410-66c59c69358a" providerId="AD" clId="Web-{B2C107CA-FF02-8FDA-9D17-46921C20BF23}" dt="2022-01-14T20:31:21.161" v="51" actId="20577"/>
          <ac:spMkLst>
            <pc:docMk/>
            <pc:sldMk cId="2913624194" sldId="396"/>
            <ac:spMk id="7" creationId="{6A1CC48E-827E-406C-B69A-AAB5C618E07D}"/>
          </ac:spMkLst>
        </pc:spChg>
        <pc:spChg chg="mod">
          <ac:chgData name="Mohammad Dakhilallah Mohammad Alahmadi" userId="S::04100753@uj.edu.sa::9b436a58-7297-423f-8410-66c59c69358a" providerId="AD" clId="Web-{B2C107CA-FF02-8FDA-9D17-46921C20BF23}" dt="2022-01-14T20:29:47.127" v="42" actId="20577"/>
          <ac:spMkLst>
            <pc:docMk/>
            <pc:sldMk cId="2913624194" sldId="396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B2C107CA-FF02-8FDA-9D17-46921C20BF23}" dt="2022-01-14T20:29:01.767" v="19"/>
          <ac:picMkLst>
            <pc:docMk/>
            <pc:sldMk cId="2913624194" sldId="396"/>
            <ac:picMk id="3" creationId="{5CA51C7C-C3F3-4F79-A138-E15705DA3487}"/>
          </ac:picMkLst>
        </pc:picChg>
        <pc:picChg chg="add mod">
          <ac:chgData name="Mohammad Dakhilallah Mohammad Alahmadi" userId="S::04100753@uj.edu.sa::9b436a58-7297-423f-8410-66c59c69358a" providerId="AD" clId="Web-{B2C107CA-FF02-8FDA-9D17-46921C20BF23}" dt="2022-01-14T20:29:14.423" v="23" actId="1076"/>
          <ac:picMkLst>
            <pc:docMk/>
            <pc:sldMk cId="2913624194" sldId="396"/>
            <ac:picMk id="4" creationId="{93D2ACED-F4B3-4242-90AC-E417523B5DAC}"/>
          </ac:picMkLst>
        </pc:picChg>
      </pc:sldChg>
    </pc:docChg>
  </pc:docChgLst>
  <pc:docChgLst>
    <pc:chgData name="Mohammad Dakhilallah Mohammad Alahmadi" userId="S::04100753@uj.edu.sa::9b436a58-7297-423f-8410-66c59c69358a" providerId="AD" clId="Web-{AD3F4FDB-B8A5-655A-E9D3-449317774BA1}"/>
    <pc:docChg chg="addSld delSld modSld sldOrd modSection">
      <pc:chgData name="Mohammad Dakhilallah Mohammad Alahmadi" userId="S::04100753@uj.edu.sa::9b436a58-7297-423f-8410-66c59c69358a" providerId="AD" clId="Web-{AD3F4FDB-B8A5-655A-E9D3-449317774BA1}" dt="2022-01-14T21:36:47.361" v="608"/>
      <pc:docMkLst>
        <pc:docMk/>
      </pc:docMkLst>
      <pc:sldChg chg="modSp">
        <pc:chgData name="Mohammad Dakhilallah Mohammad Alahmadi" userId="S::04100753@uj.edu.sa::9b436a58-7297-423f-8410-66c59c69358a" providerId="AD" clId="Web-{AD3F4FDB-B8A5-655A-E9D3-449317774BA1}" dt="2022-01-14T21:00:03.034" v="456" actId="1076"/>
        <pc:sldMkLst>
          <pc:docMk/>
          <pc:sldMk cId="0" sldId="333"/>
        </pc:sldMkLst>
        <pc:spChg chg="mod">
          <ac:chgData name="Mohammad Dakhilallah Mohammad Alahmadi" userId="S::04100753@uj.edu.sa::9b436a58-7297-423f-8410-66c59c69358a" providerId="AD" clId="Web-{AD3F4FDB-B8A5-655A-E9D3-449317774BA1}" dt="2022-01-14T20:59:59.190" v="454" actId="1076"/>
          <ac:spMkLst>
            <pc:docMk/>
            <pc:sldMk cId="0" sldId="333"/>
            <ac:spMk id="9219" creationId="{00000000-0000-0000-0000-000000000000}"/>
          </ac:spMkLst>
        </pc:spChg>
        <pc:picChg chg="mod">
          <ac:chgData name="Mohammad Dakhilallah Mohammad Alahmadi" userId="S::04100753@uj.edu.sa::9b436a58-7297-423f-8410-66c59c69358a" providerId="AD" clId="Web-{AD3F4FDB-B8A5-655A-E9D3-449317774BA1}" dt="2022-01-14T21:00:03.034" v="456" actId="1076"/>
          <ac:picMkLst>
            <pc:docMk/>
            <pc:sldMk cId="0" sldId="333"/>
            <ac:picMk id="9221" creationId="{3CFB5F66-5BCB-4EC4-B35B-227124147D55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10:46.242" v="482" actId="1076"/>
        <pc:sldMkLst>
          <pc:docMk/>
          <pc:sldMk cId="1687645417" sldId="355"/>
        </pc:sldMkLst>
        <pc:picChg chg="add mod">
          <ac:chgData name="Mohammad Dakhilallah Mohammad Alahmadi" userId="S::04100753@uj.edu.sa::9b436a58-7297-423f-8410-66c59c69358a" providerId="AD" clId="Web-{AD3F4FDB-B8A5-655A-E9D3-449317774BA1}" dt="2022-01-14T21:10:46.242" v="482" actId="1076"/>
          <ac:picMkLst>
            <pc:docMk/>
            <pc:sldMk cId="1687645417" sldId="355"/>
            <ac:picMk id="2" creationId="{027AB43C-3631-4B48-8A8D-03B0CB70E919}"/>
          </ac:picMkLst>
        </pc:picChg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21:30.086" v="511" actId="1076"/>
        <pc:sldMkLst>
          <pc:docMk/>
          <pc:sldMk cId="4083632314" sldId="361"/>
        </pc:sldMkLst>
        <pc:picChg chg="add mod">
          <ac:chgData name="Mohammad Dakhilallah Mohammad Alahmadi" userId="S::04100753@uj.edu.sa::9b436a58-7297-423f-8410-66c59c69358a" providerId="AD" clId="Web-{AD3F4FDB-B8A5-655A-E9D3-449317774BA1}" dt="2022-01-14T21:21:30.086" v="511" actId="1076"/>
          <ac:picMkLst>
            <pc:docMk/>
            <pc:sldMk cId="4083632314" sldId="361"/>
            <ac:picMk id="2" creationId="{DE157106-8975-4508-9355-AC0BFA971333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0:13.053" v="502"/>
          <ac:picMkLst>
            <pc:docMk/>
            <pc:sldMk cId="4083632314" sldId="361"/>
            <ac:picMk id="3" creationId="{F4C7BAEC-2E17-4644-87D8-3BEDD7675190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1:01:51.333" v="462"/>
          <ac:picMkLst>
            <pc:docMk/>
            <pc:sldMk cId="4083632314" sldId="361"/>
            <ac:picMk id="10" creationId="{7290FF96-01A8-4063-836C-EB8F78FFADF4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0:35.866" v="505" actId="1076"/>
        <pc:sldMkLst>
          <pc:docMk/>
          <pc:sldMk cId="3487148623" sldId="363"/>
        </pc:sldMkLst>
        <pc:picChg chg="add">
          <ac:chgData name="Mohammad Dakhilallah Mohammad Alahmadi" userId="S::04100753@uj.edu.sa::9b436a58-7297-423f-8410-66c59c69358a" providerId="AD" clId="Web-{AD3F4FDB-B8A5-655A-E9D3-449317774BA1}" dt="2022-01-14T21:20:17.616" v="503"/>
          <ac:picMkLst>
            <pc:docMk/>
            <pc:sldMk cId="3487148623" sldId="363"/>
            <ac:picMk id="2" creationId="{C29F48CE-F4A9-4606-A081-D04BF23C1ED2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0:35.866" v="505" actId="1076"/>
          <ac:picMkLst>
            <pc:docMk/>
            <pc:sldMk cId="3487148623" sldId="363"/>
            <ac:picMk id="3" creationId="{361271F9-A5CE-4C1C-9454-9FCF68BD6F39}"/>
          </ac:picMkLst>
        </pc:picChg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17:04.392" v="493" actId="1076"/>
        <pc:sldMkLst>
          <pc:docMk/>
          <pc:sldMk cId="1353233220" sldId="364"/>
        </pc:sldMkLst>
        <pc:picChg chg="add mod">
          <ac:chgData name="Mohammad Dakhilallah Mohammad Alahmadi" userId="S::04100753@uj.edu.sa::9b436a58-7297-423f-8410-66c59c69358a" providerId="AD" clId="Web-{AD3F4FDB-B8A5-655A-E9D3-449317774BA1}" dt="2022-01-14T21:17:04.392" v="493" actId="1076"/>
          <ac:picMkLst>
            <pc:docMk/>
            <pc:sldMk cId="1353233220" sldId="364"/>
            <ac:picMk id="2" creationId="{8DE04898-30CF-42CA-9044-F8A08D41740B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16:51.032" v="491" actId="14100"/>
          <ac:picMkLst>
            <pc:docMk/>
            <pc:sldMk cId="1353233220" sldId="364"/>
            <ac:picMk id="3" creationId="{CAD45D09-3C1E-4ADF-9499-F62494DF15BA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1:01:12.286" v="457"/>
          <ac:picMkLst>
            <pc:docMk/>
            <pc:sldMk cId="1353233220" sldId="364"/>
            <ac:picMk id="10" creationId="{7290FF96-01A8-4063-836C-EB8F78FFADF4}"/>
          </ac:picMkLst>
        </pc:picChg>
      </pc:sldChg>
      <pc:sldChg chg="addSp">
        <pc:chgData name="Mohammad Dakhilallah Mohammad Alahmadi" userId="S::04100753@uj.edu.sa::9b436a58-7297-423f-8410-66c59c69358a" providerId="AD" clId="Web-{AD3F4FDB-B8A5-655A-E9D3-449317774BA1}" dt="2022-01-14T21:21:04.570" v="506"/>
        <pc:sldMkLst>
          <pc:docMk/>
          <pc:sldMk cId="1445123838" sldId="366"/>
        </pc:sldMkLst>
        <pc:picChg chg="add">
          <ac:chgData name="Mohammad Dakhilallah Mohammad Alahmadi" userId="S::04100753@uj.edu.sa::9b436a58-7297-423f-8410-66c59c69358a" providerId="AD" clId="Web-{AD3F4FDB-B8A5-655A-E9D3-449317774BA1}" dt="2022-01-14T21:21:04.570" v="506"/>
          <ac:picMkLst>
            <pc:docMk/>
            <pc:sldMk cId="1445123838" sldId="366"/>
            <ac:picMk id="3" creationId="{B624454A-91B1-4958-92F9-C4DB4B4556B6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1:21.023" v="510" actId="1076"/>
        <pc:sldMkLst>
          <pc:docMk/>
          <pc:sldMk cId="339567192" sldId="367"/>
        </pc:sldMkLst>
        <pc:picChg chg="mod">
          <ac:chgData name="Mohammad Dakhilallah Mohammad Alahmadi" userId="S::04100753@uj.edu.sa::9b436a58-7297-423f-8410-66c59c69358a" providerId="AD" clId="Web-{AD3F4FDB-B8A5-655A-E9D3-449317774BA1}" dt="2022-01-14T21:21:21.023" v="510" actId="1076"/>
          <ac:picMkLst>
            <pc:docMk/>
            <pc:sldMk cId="339567192" sldId="367"/>
            <ac:picMk id="2" creationId="{036D789F-1E58-4EED-8FBB-874E90B84446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1:07.632" v="507"/>
          <ac:picMkLst>
            <pc:docMk/>
            <pc:sldMk cId="339567192" sldId="367"/>
            <ac:picMk id="3" creationId="{D9C0E799-5185-409A-A9B9-EC862AB22EC8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1:48.323" v="515"/>
        <pc:sldMkLst>
          <pc:docMk/>
          <pc:sldMk cId="4160360724" sldId="368"/>
        </pc:sldMkLst>
        <pc:picChg chg="add">
          <ac:chgData name="Mohammad Dakhilallah Mohammad Alahmadi" userId="S::04100753@uj.edu.sa::9b436a58-7297-423f-8410-66c59c69358a" providerId="AD" clId="Web-{AD3F4FDB-B8A5-655A-E9D3-449317774BA1}" dt="2022-01-14T21:21:48.323" v="515"/>
          <ac:picMkLst>
            <pc:docMk/>
            <pc:sldMk cId="4160360724" sldId="368"/>
            <ac:picMk id="2" creationId="{FA1BCEE3-E4A3-4D69-A105-FAAA8BCB8D3F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1:46.885" v="514" actId="1076"/>
          <ac:picMkLst>
            <pc:docMk/>
            <pc:sldMk cId="4160360724" sldId="368"/>
            <ac:picMk id="4" creationId="{9C7D5B53-A951-4587-9914-14F1F6C6D31C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3:37.607" v="521" actId="1076"/>
        <pc:sldMkLst>
          <pc:docMk/>
          <pc:sldMk cId="738462305" sldId="373"/>
        </pc:sldMkLst>
        <pc:picChg chg="mod">
          <ac:chgData name="Mohammad Dakhilallah Mohammad Alahmadi" userId="S::04100753@uj.edu.sa::9b436a58-7297-423f-8410-66c59c69358a" providerId="AD" clId="Web-{AD3F4FDB-B8A5-655A-E9D3-449317774BA1}" dt="2022-01-14T21:23:37.607" v="521" actId="1076"/>
          <ac:picMkLst>
            <pc:docMk/>
            <pc:sldMk cId="738462305" sldId="373"/>
            <ac:picMk id="2" creationId="{C3A273D8-56A5-4492-9E17-EC572D2EBDCD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23:24.731" v="520" actId="1076"/>
          <ac:picMkLst>
            <pc:docMk/>
            <pc:sldMk cId="738462305" sldId="373"/>
            <ac:picMk id="3" creationId="{B3CAFE6D-3BC1-498C-8399-FB3D555B608D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5:04.202" v="527" actId="1076"/>
        <pc:sldMkLst>
          <pc:docMk/>
          <pc:sldMk cId="3958245806" sldId="374"/>
        </pc:sldMkLst>
        <pc:picChg chg="add">
          <ac:chgData name="Mohammad Dakhilallah Mohammad Alahmadi" userId="S::04100753@uj.edu.sa::9b436a58-7297-423f-8410-66c59c69358a" providerId="AD" clId="Web-{AD3F4FDB-B8A5-655A-E9D3-449317774BA1}" dt="2022-01-14T21:24:30.155" v="522"/>
          <ac:picMkLst>
            <pc:docMk/>
            <pc:sldMk cId="3958245806" sldId="374"/>
            <ac:picMk id="2" creationId="{C1923B1D-430F-4FA7-A549-B2B75E740C2D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5:04.202" v="527" actId="1076"/>
          <ac:picMkLst>
            <pc:docMk/>
            <pc:sldMk cId="3958245806" sldId="374"/>
            <ac:picMk id="10" creationId="{91AE1FC4-8A5E-4046-BFB6-B0037A5C1AF2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5:37.563" v="531" actId="1076"/>
        <pc:sldMkLst>
          <pc:docMk/>
          <pc:sldMk cId="2307568836" sldId="375"/>
        </pc:sldMkLst>
        <pc:picChg chg="add">
          <ac:chgData name="Mohammad Dakhilallah Mohammad Alahmadi" userId="S::04100753@uj.edu.sa::9b436a58-7297-423f-8410-66c59c69358a" providerId="AD" clId="Web-{AD3F4FDB-B8A5-655A-E9D3-449317774BA1}" dt="2022-01-14T21:24:33.030" v="523"/>
          <ac:picMkLst>
            <pc:docMk/>
            <pc:sldMk cId="2307568836" sldId="375"/>
            <ac:picMk id="2" creationId="{615DF922-E153-44C2-AA31-4337D2864C52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5:37.563" v="531" actId="1076"/>
          <ac:picMkLst>
            <pc:docMk/>
            <pc:sldMk cId="2307568836" sldId="375"/>
            <ac:picMk id="9" creationId="{A23EBC32-C129-462B-9413-C59D87CA5F7A}"/>
          </ac:picMkLst>
        </pc:picChg>
      </pc:sldChg>
      <pc:sldChg chg="addSp delSp modSp ord">
        <pc:chgData name="Mohammad Dakhilallah Mohammad Alahmadi" userId="S::04100753@uj.edu.sa::9b436a58-7297-423f-8410-66c59c69358a" providerId="AD" clId="Web-{AD3F4FDB-B8A5-655A-E9D3-449317774BA1}" dt="2022-01-14T20:56:59.869" v="425"/>
        <pc:sldMkLst>
          <pc:docMk/>
          <pc:sldMk cId="1253044130" sldId="380"/>
        </pc:sldMkLst>
        <pc:spChg chg="mod">
          <ac:chgData name="Mohammad Dakhilallah Mohammad Alahmadi" userId="S::04100753@uj.edu.sa::9b436a58-7297-423f-8410-66c59c69358a" providerId="AD" clId="Web-{AD3F4FDB-B8A5-655A-E9D3-449317774BA1}" dt="2022-01-14T20:50:05.529" v="329" actId="14100"/>
          <ac:spMkLst>
            <pc:docMk/>
            <pc:sldMk cId="1253044130" sldId="380"/>
            <ac:spMk id="2" creationId="{1D09CE62-4432-42B5-8683-6506A27CE24A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0:43.483" v="340" actId="14100"/>
          <ac:spMkLst>
            <pc:docMk/>
            <pc:sldMk cId="1253044130" sldId="380"/>
            <ac:spMk id="3" creationId="{53D68D5E-8383-46B3-BC64-442182845159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2:52.081" v="369" actId="1076"/>
          <ac:spMkLst>
            <pc:docMk/>
            <pc:sldMk cId="1253044130" sldId="380"/>
            <ac:spMk id="4" creationId="{2EA34542-3797-4047-BBD7-68081245C758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4:02.786" v="390" actId="1076"/>
          <ac:spMkLst>
            <pc:docMk/>
            <pc:sldMk cId="1253044130" sldId="380"/>
            <ac:spMk id="5" creationId="{CDB3283D-6792-4239-9990-1BEBCB784BA0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4:06.083" v="391" actId="1076"/>
          <ac:spMkLst>
            <pc:docMk/>
            <pc:sldMk cId="1253044130" sldId="380"/>
            <ac:spMk id="8" creationId="{CC0086CF-52F1-4F63-A28B-1B1AB4EF7091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52:33.049" v="363" actId="14100"/>
          <ac:spMkLst>
            <pc:docMk/>
            <pc:sldMk cId="1253044130" sldId="380"/>
            <ac:spMk id="13" creationId="{9BBD02E6-D219-4B36-911B-A0836301EC08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52:47.847" v="368" actId="20577"/>
          <ac:spMkLst>
            <pc:docMk/>
            <pc:sldMk cId="1253044130" sldId="380"/>
            <ac:spMk id="14" creationId="{F5DBC689-75F0-4792-96B4-22330A46501B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6:04.383" v="412" actId="1076"/>
          <ac:spMkLst>
            <pc:docMk/>
            <pc:sldMk cId="1253044130" sldId="380"/>
            <ac:spMk id="17" creationId="{7717429C-50E7-407C-A646-E159F1E2E7C9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5:36.601" v="406" actId="1076"/>
          <ac:spMkLst>
            <pc:docMk/>
            <pc:sldMk cId="1253044130" sldId="380"/>
            <ac:spMk id="18" creationId="{1493618D-3071-41DA-B942-648976149D16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5:36.617" v="407" actId="1076"/>
          <ac:spMkLst>
            <pc:docMk/>
            <pc:sldMk cId="1253044130" sldId="380"/>
            <ac:spMk id="19" creationId="{3E90C2EB-5920-41F3-B3D1-1E570C99AB66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5:36.632" v="408" actId="1076"/>
          <ac:spMkLst>
            <pc:docMk/>
            <pc:sldMk cId="1253044130" sldId="380"/>
            <ac:spMk id="20" creationId="{736E5EF7-6251-4B97-A913-5643AEEDEEE5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0:56:28.368" v="419"/>
          <ac:spMkLst>
            <pc:docMk/>
            <pc:sldMk cId="1253044130" sldId="380"/>
            <ac:spMk id="21" creationId="{11628D86-F8CA-4191-A14A-FC2FE24149CE}"/>
          </ac:spMkLst>
        </pc:spChg>
        <pc:spChg chg="del mod">
          <ac:chgData name="Mohammad Dakhilallah Mohammad Alahmadi" userId="S::04100753@uj.edu.sa::9b436a58-7297-423f-8410-66c59c69358a" providerId="AD" clId="Web-{AD3F4FDB-B8A5-655A-E9D3-449317774BA1}" dt="2022-01-14T20:50:57.422" v="343"/>
          <ac:spMkLst>
            <pc:docMk/>
            <pc:sldMk cId="1253044130" sldId="380"/>
            <ac:spMk id="22" creationId="{D4F4CE69-650A-42BC-B807-437964F41444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6:37.774" v="422" actId="20577"/>
          <ac:spMkLst>
            <pc:docMk/>
            <pc:sldMk cId="1253044130" sldId="380"/>
            <ac:spMk id="23" creationId="{5671F31E-A0C6-4D17-B556-4D3F0FED1B27}"/>
          </ac:spMkLst>
        </pc:spChg>
        <pc:inkChg chg="add">
          <ac:chgData name="Mohammad Dakhilallah Mohammad Alahmadi" userId="S::04100753@uj.edu.sa::9b436a58-7297-423f-8410-66c59c69358a" providerId="AD" clId="Web-{AD3F4FDB-B8A5-655A-E9D3-449317774BA1}" dt="2022-01-14T20:54:13.786" v="392"/>
          <ac:inkMkLst>
            <pc:docMk/>
            <pc:sldMk cId="1253044130" sldId="380"/>
            <ac:inkMk id="9" creationId="{3D928E26-6113-4732-A51B-FB2B3007EE25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54:20.068" v="394"/>
          <ac:inkMkLst>
            <pc:docMk/>
            <pc:sldMk cId="1253044130" sldId="380"/>
            <ac:inkMk id="11" creationId="{1CBAB830-A8ED-4DF3-9EEC-561E7173A5AE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4:25.458" v="395"/>
          <ac:inkMkLst>
            <pc:docMk/>
            <pc:sldMk cId="1253044130" sldId="380"/>
            <ac:inkMk id="12" creationId="{A521B5FF-1295-410F-B9C7-F182F62D1E65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4:33.349" v="396"/>
          <ac:inkMkLst>
            <pc:docMk/>
            <pc:sldMk cId="1253044130" sldId="380"/>
            <ac:inkMk id="15" creationId="{6B46B77F-E4C0-471C-B93E-1CE789BD0AC7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4:37.474" v="397"/>
          <ac:inkMkLst>
            <pc:docMk/>
            <pc:sldMk cId="1253044130" sldId="380"/>
            <ac:inkMk id="16" creationId="{EBA4F0B2-103A-4D6D-AF36-047464844DBC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6:52.259" v="423"/>
          <ac:inkMkLst>
            <pc:docMk/>
            <pc:sldMk cId="1253044130" sldId="380"/>
            <ac:inkMk id="24" creationId="{B56466DC-1BA8-414F-B719-D9D3971BAE29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6:55.025" v="424"/>
          <ac:inkMkLst>
            <pc:docMk/>
            <pc:sldMk cId="1253044130" sldId="380"/>
            <ac:inkMk id="25" creationId="{2358F5F4-A998-46B8-93DA-234AF9E3BD95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6:59.869" v="425"/>
          <ac:inkMkLst>
            <pc:docMk/>
            <pc:sldMk cId="1253044130" sldId="380"/>
            <ac:inkMk id="26" creationId="{6D9EB117-68FB-41F6-9B9C-5531EAB17BAD}"/>
          </ac:inkMkLst>
        </pc:inkChg>
      </pc:sldChg>
      <pc:sldChg chg="del">
        <pc:chgData name="Mohammad Dakhilallah Mohammad Alahmadi" userId="S::04100753@uj.edu.sa::9b436a58-7297-423f-8410-66c59c69358a" providerId="AD" clId="Web-{AD3F4FDB-B8A5-655A-E9D3-449317774BA1}" dt="2022-01-14T21:36:45.611" v="607"/>
        <pc:sldMkLst>
          <pc:docMk/>
          <pc:sldMk cId="2683062035" sldId="381"/>
        </pc:sldMkLst>
      </pc:sldChg>
      <pc:sldChg chg="del">
        <pc:chgData name="Mohammad Dakhilallah Mohammad Alahmadi" userId="S::04100753@uj.edu.sa::9b436a58-7297-423f-8410-66c59c69358a" providerId="AD" clId="Web-{AD3F4FDB-B8A5-655A-E9D3-449317774BA1}" dt="2022-01-14T21:36:47.361" v="608"/>
        <pc:sldMkLst>
          <pc:docMk/>
          <pc:sldMk cId="2147352522" sldId="382"/>
        </pc:sldMkLst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33:00.058" v="589" actId="1076"/>
        <pc:sldMkLst>
          <pc:docMk/>
          <pc:sldMk cId="3599405025" sldId="385"/>
        </pc:sldMkLst>
        <pc:spChg chg="del">
          <ac:chgData name="Mohammad Dakhilallah Mohammad Alahmadi" userId="S::04100753@uj.edu.sa::9b436a58-7297-423f-8410-66c59c69358a" providerId="AD" clId="Web-{AD3F4FDB-B8A5-655A-E9D3-449317774BA1}" dt="2022-01-14T21:32:50.761" v="587"/>
          <ac:spMkLst>
            <pc:docMk/>
            <pc:sldMk cId="3599405025" sldId="385"/>
            <ac:spMk id="4" creationId="{5F0E68E1-5557-43C2-99DB-F8BB7493A7E6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1:32:55.746" v="588"/>
          <ac:spMkLst>
            <pc:docMk/>
            <pc:sldMk cId="3599405025" sldId="385"/>
            <ac:spMk id="9" creationId="{D48784DB-A2B1-49BE-8C7E-1F385A795486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1:33:00.058" v="589" actId="1076"/>
          <ac:spMkLst>
            <pc:docMk/>
            <pc:sldMk cId="3599405025" sldId="385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AD3F4FDB-B8A5-655A-E9D3-449317774BA1}" dt="2022-01-14T21:27:03.409" v="535" actId="1076"/>
          <ac:picMkLst>
            <pc:docMk/>
            <pc:sldMk cId="3599405025" sldId="385"/>
            <ac:picMk id="3" creationId="{F753B141-D534-43B6-B697-E8E7734F4F6D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7:10.362" v="537" actId="1076"/>
          <ac:picMkLst>
            <pc:docMk/>
            <pc:sldMk cId="3599405025" sldId="385"/>
            <ac:picMk id="7" creationId="{D79FF11E-01D8-45EA-BA0E-C03CEE0B39DD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7:44.253" v="541" actId="1076"/>
        <pc:sldMkLst>
          <pc:docMk/>
          <pc:sldMk cId="1443717038" sldId="386"/>
        </pc:sldMkLst>
        <pc:picChg chg="mod">
          <ac:chgData name="Mohammad Dakhilallah Mohammad Alahmadi" userId="S::04100753@uj.edu.sa::9b436a58-7297-423f-8410-66c59c69358a" providerId="AD" clId="Web-{AD3F4FDB-B8A5-655A-E9D3-449317774BA1}" dt="2022-01-14T21:27:44.253" v="541" actId="1076"/>
          <ac:picMkLst>
            <pc:docMk/>
            <pc:sldMk cId="1443717038" sldId="386"/>
            <ac:picMk id="3" creationId="{B66D1F3D-09EC-4718-ACA7-47BDA25FF005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7:23.737" v="538"/>
          <ac:picMkLst>
            <pc:docMk/>
            <pc:sldMk cId="1443717038" sldId="386"/>
            <ac:picMk id="7" creationId="{6E308148-A2C8-4592-A439-C36F15E92AE9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8:02.363" v="545"/>
        <pc:sldMkLst>
          <pc:docMk/>
          <pc:sldMk cId="3015082322" sldId="387"/>
        </pc:sldMkLst>
        <pc:picChg chg="add">
          <ac:chgData name="Mohammad Dakhilallah Mohammad Alahmadi" userId="S::04100753@uj.edu.sa::9b436a58-7297-423f-8410-66c59c69358a" providerId="AD" clId="Web-{AD3F4FDB-B8A5-655A-E9D3-449317774BA1}" dt="2022-01-14T21:28:02.363" v="545"/>
          <ac:picMkLst>
            <pc:docMk/>
            <pc:sldMk cId="3015082322" sldId="387"/>
            <ac:picMk id="3" creationId="{F2A90C40-E5E4-4552-BAE1-46EBBD610503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7:58.160" v="544" actId="1076"/>
          <ac:picMkLst>
            <pc:docMk/>
            <pc:sldMk cId="3015082322" sldId="387"/>
            <ac:picMk id="7" creationId="{8BE84734-31CE-489A-B714-F8A439CF48D2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8:29.489" v="550" actId="1076"/>
        <pc:sldMkLst>
          <pc:docMk/>
          <pc:sldMk cId="3324995554" sldId="388"/>
        </pc:sldMkLst>
        <pc:picChg chg="mod">
          <ac:chgData name="Mohammad Dakhilallah Mohammad Alahmadi" userId="S::04100753@uj.edu.sa::9b436a58-7297-423f-8410-66c59c69358a" providerId="AD" clId="Web-{AD3F4FDB-B8A5-655A-E9D3-449317774BA1}" dt="2022-01-14T21:28:29.489" v="550" actId="1076"/>
          <ac:picMkLst>
            <pc:docMk/>
            <pc:sldMk cId="3324995554" sldId="388"/>
            <ac:picMk id="3" creationId="{C2230ECF-1F10-48C3-8D3F-5E8F880E0092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8:13.238" v="546"/>
          <ac:picMkLst>
            <pc:docMk/>
            <pc:sldMk cId="3324995554" sldId="388"/>
            <ac:picMk id="7" creationId="{AC06DD85-FC84-4666-A73C-17369C26B22E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9:38.709" v="566" actId="1076"/>
        <pc:sldMkLst>
          <pc:docMk/>
          <pc:sldMk cId="2571566640" sldId="389"/>
        </pc:sldMkLst>
        <pc:picChg chg="mod">
          <ac:chgData name="Mohammad Dakhilallah Mohammad Alahmadi" userId="S::04100753@uj.edu.sa::9b436a58-7297-423f-8410-66c59c69358a" providerId="AD" clId="Web-{AD3F4FDB-B8A5-655A-E9D3-449317774BA1}" dt="2022-01-14T21:29:32.584" v="564" actId="1076"/>
          <ac:picMkLst>
            <pc:docMk/>
            <pc:sldMk cId="2571566640" sldId="389"/>
            <ac:picMk id="3" creationId="{1527B38D-F911-42C1-BE1D-61CE78832F5A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9:12.474" v="561"/>
          <ac:picMkLst>
            <pc:docMk/>
            <pc:sldMk cId="2571566640" sldId="389"/>
            <ac:picMk id="4" creationId="{A8FD60B6-3B0B-4E91-9BB0-EA42BE47002D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9:38.709" v="566" actId="1076"/>
          <ac:picMkLst>
            <pc:docMk/>
            <pc:sldMk cId="2571566640" sldId="389"/>
            <ac:picMk id="8" creationId="{82B5FDAF-2B67-41A4-A255-41FBD14D7975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30:24.257" v="573" actId="1076"/>
        <pc:sldMkLst>
          <pc:docMk/>
          <pc:sldMk cId="2569198315" sldId="390"/>
        </pc:sldMkLst>
        <pc:picChg chg="add">
          <ac:chgData name="Mohammad Dakhilallah Mohammad Alahmadi" userId="S::04100753@uj.edu.sa::9b436a58-7297-423f-8410-66c59c69358a" providerId="AD" clId="Web-{AD3F4FDB-B8A5-655A-E9D3-449317774BA1}" dt="2022-01-14T21:30:16.757" v="572"/>
          <ac:picMkLst>
            <pc:docMk/>
            <pc:sldMk cId="2569198315" sldId="390"/>
            <ac:picMk id="3" creationId="{A88A4821-E4DB-4801-87EC-E3BD35D769D6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30:24.257" v="573" actId="1076"/>
          <ac:picMkLst>
            <pc:docMk/>
            <pc:sldMk cId="2569198315" sldId="390"/>
            <ac:picMk id="7" creationId="{1BAC001D-2157-40E1-B995-2959223268D0}"/>
          </ac:picMkLst>
        </pc:picChg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32:15.166" v="586" actId="14100"/>
        <pc:sldMkLst>
          <pc:docMk/>
          <pc:sldMk cId="3599744147" sldId="393"/>
        </pc:sldMkLst>
        <pc:grpChg chg="del mod">
          <ac:chgData name="Mohammad Dakhilallah Mohammad Alahmadi" userId="S::04100753@uj.edu.sa::9b436a58-7297-423f-8410-66c59c69358a" providerId="AD" clId="Web-{AD3F4FDB-B8A5-655A-E9D3-449317774BA1}" dt="2022-01-14T21:03:48.196" v="470"/>
          <ac:grpSpMkLst>
            <pc:docMk/>
            <pc:sldMk cId="3599744147" sldId="393"/>
            <ac:grpSpMk id="9" creationId="{C6C33A0C-61B3-4D11-9F3F-E94215DB392A}"/>
          </ac:grpSpMkLst>
        </pc:grpChg>
        <pc:picChg chg="add mod">
          <ac:chgData name="Mohammad Dakhilallah Mohammad Alahmadi" userId="S::04100753@uj.edu.sa::9b436a58-7297-423f-8410-66c59c69358a" providerId="AD" clId="Web-{AD3F4FDB-B8A5-655A-E9D3-449317774BA1}" dt="2022-01-14T21:32:15.166" v="586" actId="14100"/>
          <ac:picMkLst>
            <pc:docMk/>
            <pc:sldMk cId="3599744147" sldId="393"/>
            <ac:picMk id="3" creationId="{77D9AC33-B1D2-47E2-BED1-9E151EE58AF0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1:27.353" v="578" actId="1076"/>
          <ac:picMkLst>
            <pc:docMk/>
            <pc:sldMk cId="3599744147" sldId="393"/>
            <ac:picMk id="4" creationId="{B40A30D1-31DA-490C-98DB-6AAC95FB150C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03:33.414" v="467" actId="1076"/>
          <ac:picMkLst>
            <pc:docMk/>
            <pc:sldMk cId="3599744147" sldId="393"/>
            <ac:picMk id="11" creationId="{CE2A0BF1-26B6-4290-BAF2-AA600B3BBB44}"/>
          </ac:picMkLst>
        </pc:picChg>
      </pc:sldChg>
      <pc:sldChg chg="del">
        <pc:chgData name="Mohammad Dakhilallah Mohammad Alahmadi" userId="S::04100753@uj.edu.sa::9b436a58-7297-423f-8410-66c59c69358a" providerId="AD" clId="Web-{AD3F4FDB-B8A5-655A-E9D3-449317774BA1}" dt="2022-01-14T20:41:08.753" v="224"/>
        <pc:sldMkLst>
          <pc:docMk/>
          <pc:sldMk cId="2609752589" sldId="394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35:00.671" v="595" actId="1076"/>
        <pc:sldMkLst>
          <pc:docMk/>
          <pc:sldMk cId="1079161102" sldId="395"/>
        </pc:sldMkLst>
        <pc:picChg chg="mod">
          <ac:chgData name="Mohammad Dakhilallah Mohammad Alahmadi" userId="S::04100753@uj.edu.sa::9b436a58-7297-423f-8410-66c59c69358a" providerId="AD" clId="Web-{AD3F4FDB-B8A5-655A-E9D3-449317774BA1}" dt="2022-01-14T21:35:00.671" v="595" actId="1076"/>
          <ac:picMkLst>
            <pc:docMk/>
            <pc:sldMk cId="1079161102" sldId="395"/>
            <ac:picMk id="3" creationId="{5CA51C7C-C3F3-4F79-A138-E15705DA3487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4:44.248" v="593" actId="1076"/>
          <ac:picMkLst>
            <pc:docMk/>
            <pc:sldMk cId="1079161102" sldId="395"/>
            <ac:picMk id="4" creationId="{A93AC2C0-C6B4-4AB7-8C28-CF1A15623B3A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35:12.530" v="598" actId="1076"/>
        <pc:sldMkLst>
          <pc:docMk/>
          <pc:sldMk cId="2913624194" sldId="396"/>
        </pc:sldMkLst>
        <pc:picChg chg="add">
          <ac:chgData name="Mohammad Dakhilallah Mohammad Alahmadi" userId="S::04100753@uj.edu.sa::9b436a58-7297-423f-8410-66c59c69358a" providerId="AD" clId="Web-{AD3F4FDB-B8A5-655A-E9D3-449317774BA1}" dt="2022-01-14T21:35:09.858" v="597"/>
          <ac:picMkLst>
            <pc:docMk/>
            <pc:sldMk cId="2913624194" sldId="396"/>
            <ac:picMk id="3" creationId="{FA8CE195-7CF5-4E94-9CC5-2B4800D96789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35:12.530" v="598" actId="1076"/>
          <ac:picMkLst>
            <pc:docMk/>
            <pc:sldMk cId="2913624194" sldId="396"/>
            <ac:picMk id="4" creationId="{93D2ACED-F4B3-4242-90AC-E417523B5DAC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36:33.167" v="156" actId="1076"/>
        <pc:sldMkLst>
          <pc:docMk/>
          <pc:sldMk cId="4080639230" sldId="397"/>
        </pc:sldMkLst>
        <pc:spChg chg="mod">
          <ac:chgData name="Mohammad Dakhilallah Mohammad Alahmadi" userId="S::04100753@uj.edu.sa::9b436a58-7297-423f-8410-66c59c69358a" providerId="AD" clId="Web-{AD3F4FDB-B8A5-655A-E9D3-449317774BA1}" dt="2022-01-14T20:36:01.635" v="147" actId="20577"/>
          <ac:spMkLst>
            <pc:docMk/>
            <pc:sldMk cId="4080639230" sldId="397"/>
            <ac:spMk id="7" creationId="{6A1CC48E-827E-406C-B69A-AAB5C618E07D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33:29.551" v="16" actId="20577"/>
          <ac:spMkLst>
            <pc:docMk/>
            <pc:sldMk cId="4080639230" sldId="397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AD3F4FDB-B8A5-655A-E9D3-449317774BA1}" dt="2022-01-14T20:36:33.167" v="156" actId="1076"/>
          <ac:picMkLst>
            <pc:docMk/>
            <pc:sldMk cId="4080639230" sldId="397"/>
            <ac:picMk id="3" creationId="{411C2369-3AAC-4877-9C5E-8EC6F6096816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0:32:57.613" v="1"/>
          <ac:picMkLst>
            <pc:docMk/>
            <pc:sldMk cId="4080639230" sldId="397"/>
            <ac:picMk id="4" creationId="{93D2ACED-F4B3-4242-90AC-E417523B5DAC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37:50.169" v="188" actId="1076"/>
        <pc:sldMkLst>
          <pc:docMk/>
          <pc:sldMk cId="947874007" sldId="398"/>
        </pc:sldMkLst>
        <pc:spChg chg="mod">
          <ac:chgData name="Mohammad Dakhilallah Mohammad Alahmadi" userId="S::04100753@uj.edu.sa::9b436a58-7297-423f-8410-66c59c69358a" providerId="AD" clId="Web-{AD3F4FDB-B8A5-655A-E9D3-449317774BA1}" dt="2022-01-14T20:37:42.153" v="184" actId="20577"/>
          <ac:spMkLst>
            <pc:docMk/>
            <pc:sldMk cId="947874007" sldId="398"/>
            <ac:spMk id="7" creationId="{6A1CC48E-827E-406C-B69A-AAB5C618E07D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36:55.168" v="166" actId="20577"/>
          <ac:spMkLst>
            <pc:docMk/>
            <pc:sldMk cId="947874007" sldId="398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AD3F4FDB-B8A5-655A-E9D3-449317774BA1}" dt="2022-01-14T20:37:50.169" v="188" actId="1076"/>
          <ac:picMkLst>
            <pc:docMk/>
            <pc:sldMk cId="947874007" sldId="398"/>
            <ac:picMk id="3" creationId="{7877609F-7BD2-4EA5-B6AC-DC3516AFAB23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0:33:01.738" v="3"/>
          <ac:picMkLst>
            <pc:docMk/>
            <pc:sldMk cId="947874007" sldId="398"/>
            <ac:picMk id="4" creationId="{93D2ACED-F4B3-4242-90AC-E417523B5DAC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50:11.654" v="334" actId="20577"/>
        <pc:sldMkLst>
          <pc:docMk/>
          <pc:sldMk cId="1974623767" sldId="399"/>
        </pc:sldMkLst>
        <pc:spChg chg="mod">
          <ac:chgData name="Mohammad Dakhilallah Mohammad Alahmadi" userId="S::04100753@uj.edu.sa::9b436a58-7297-423f-8410-66c59c69358a" providerId="AD" clId="Web-{AD3F4FDB-B8A5-655A-E9D3-449317774BA1}" dt="2022-01-14T20:41:43.347" v="228" actId="1076"/>
          <ac:spMkLst>
            <pc:docMk/>
            <pc:sldMk cId="1974623767" sldId="399"/>
            <ac:spMk id="2" creationId="{1D09CE62-4432-42B5-8683-6506A27CE24A}"/>
          </ac:spMkLst>
        </pc:spChg>
        <pc:spChg chg="add del">
          <ac:chgData name="Mohammad Dakhilallah Mohammad Alahmadi" userId="S::04100753@uj.edu.sa::9b436a58-7297-423f-8410-66c59c69358a" providerId="AD" clId="Web-{AD3F4FDB-B8A5-655A-E9D3-449317774BA1}" dt="2022-01-14T20:38:58.249" v="197"/>
          <ac:spMkLst>
            <pc:docMk/>
            <pc:sldMk cId="1974623767" sldId="399"/>
            <ac:spMk id="3" creationId="{DB43AE68-A67A-486C-B41C-099641E399B0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1:43.379" v="231" actId="1076"/>
          <ac:spMkLst>
            <pc:docMk/>
            <pc:sldMk cId="1974623767" sldId="399"/>
            <ac:spMk id="4" creationId="{073F29AD-6C0F-4B2D-9137-BB351B966449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1:20.378" v="227" actId="1076"/>
          <ac:spMkLst>
            <pc:docMk/>
            <pc:sldMk cId="1974623767" sldId="399"/>
            <ac:spMk id="5" creationId="{D8A1B442-1D49-46F2-B944-158088AC1874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0:42:25.958" v="234"/>
          <ac:spMkLst>
            <pc:docMk/>
            <pc:sldMk cId="1974623767" sldId="399"/>
            <ac:spMk id="7" creationId="{9873EA6A-6A28-48CB-963C-10CE39A4966C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3:15.618" v="243" actId="1076"/>
          <ac:spMkLst>
            <pc:docMk/>
            <pc:sldMk cId="1974623767" sldId="399"/>
            <ac:spMk id="8" creationId="{1663F3DE-6176-4144-B0D6-85F675A0026D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6:22.083" v="294" actId="1076"/>
          <ac:spMkLst>
            <pc:docMk/>
            <pc:sldMk cId="1974623767" sldId="399"/>
            <ac:spMk id="10" creationId="{254D3FBC-8368-4BE1-9B09-882E2DAB9485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6:24.551" v="295" actId="1076"/>
          <ac:spMkLst>
            <pc:docMk/>
            <pc:sldMk cId="1974623767" sldId="399"/>
            <ac:spMk id="11" creationId="{7C2D56A2-CC63-4A43-93D2-DBC8F6E0FAAA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43:07.712" v="242" actId="1076"/>
          <ac:spMkLst>
            <pc:docMk/>
            <pc:sldMk cId="1974623767" sldId="399"/>
            <ac:spMk id="13" creationId="{9BBD02E6-D219-4B36-911B-A0836301EC08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50:11.654" v="334" actId="20577"/>
          <ac:spMkLst>
            <pc:docMk/>
            <pc:sldMk cId="1974623767" sldId="399"/>
            <ac:spMk id="14" creationId="{F5DBC689-75F0-4792-96B4-22330A46501B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5:22.503" v="278" actId="20577"/>
          <ac:spMkLst>
            <pc:docMk/>
            <pc:sldMk cId="1974623767" sldId="399"/>
            <ac:spMk id="15" creationId="{9830B39B-999E-4506-96FD-293B5120BFB8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6:17.442" v="293" actId="1076"/>
          <ac:spMkLst>
            <pc:docMk/>
            <pc:sldMk cId="1974623767" sldId="399"/>
            <ac:spMk id="16" creationId="{99C00181-FE2B-4EF4-9E82-9BFD2A284A68}"/>
          </ac:spMkLst>
        </pc:spChg>
        <pc:spChg chg="del mod">
          <ac:chgData name="Mohammad Dakhilallah Mohammad Alahmadi" userId="S::04100753@uj.edu.sa::9b436a58-7297-423f-8410-66c59c69358a" providerId="AD" clId="Web-{AD3F4FDB-B8A5-655A-E9D3-449317774BA1}" dt="2022-01-14T20:39:01.921" v="198"/>
          <ac:spMkLst>
            <pc:docMk/>
            <pc:sldMk cId="1974623767" sldId="399"/>
            <ac:spMk id="22" creationId="{D4F4CE69-650A-42BC-B807-437964F41444}"/>
          </ac:spMkLst>
        </pc:spChg>
        <pc:inkChg chg="add">
          <ac:chgData name="Mohammad Dakhilallah Mohammad Alahmadi" userId="S::04100753@uj.edu.sa::9b436a58-7297-423f-8410-66c59c69358a" providerId="AD" clId="Web-{AD3F4FDB-B8A5-655A-E9D3-449317774BA1}" dt="2022-01-14T20:46:49.146" v="296"/>
          <ac:inkMkLst>
            <pc:docMk/>
            <pc:sldMk cId="1974623767" sldId="399"/>
            <ac:inkMk id="12" creationId="{087D7716-BEC0-4B38-92F7-E32CD98C1970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6:52.021" v="297"/>
          <ac:inkMkLst>
            <pc:docMk/>
            <pc:sldMk cId="1974623767" sldId="399"/>
            <ac:inkMk id="17" creationId="{A3D531A0-1734-4DEB-BC8A-7550DB0DF0A5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7:06.349" v="299"/>
          <ac:inkMkLst>
            <pc:docMk/>
            <pc:sldMk cId="1974623767" sldId="399"/>
            <ac:inkMk id="18" creationId="{8EB6FF79-71C0-4604-B0FD-7AEE8B004AA6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7:16.834" v="301"/>
          <ac:inkMkLst>
            <pc:docMk/>
            <pc:sldMk cId="1974623767" sldId="399"/>
            <ac:inkMk id="19" creationId="{78551474-A129-49BE-AE18-E038A47981C3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25.490" v="302"/>
          <ac:inkMkLst>
            <pc:docMk/>
            <pc:sldMk cId="1974623767" sldId="399"/>
            <ac:inkMk id="20" creationId="{37E6D9EA-B1BF-43C1-9D12-DA656897A245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28.116" v="303"/>
          <ac:inkMkLst>
            <pc:docMk/>
            <pc:sldMk cId="1974623767" sldId="399"/>
            <ac:inkMk id="21" creationId="{1E91797E-05A7-4DB4-B120-F8D1D4A6689A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39.354" v="304"/>
          <ac:inkMkLst>
            <pc:docMk/>
            <pc:sldMk cId="1974623767" sldId="399"/>
            <ac:inkMk id="23" creationId="{7975C60A-E55D-49B9-9BF6-75C671D2427F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41.682" v="305"/>
          <ac:inkMkLst>
            <pc:docMk/>
            <pc:sldMk cId="1974623767" sldId="399"/>
            <ac:inkMk id="24" creationId="{3FF017E8-9A74-48FB-A16D-DE7C233A0BF1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10.979" v="313"/>
          <ac:inkMkLst>
            <pc:docMk/>
            <pc:sldMk cId="1974623767" sldId="399"/>
            <ac:inkMk id="25" creationId="{D4DCC175-33BA-484E-B248-A199ECAC5D12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7:53.417" v="308"/>
          <ac:inkMkLst>
            <pc:docMk/>
            <pc:sldMk cId="1974623767" sldId="399"/>
            <ac:inkMk id="26" creationId="{948829CB-B968-4187-8B4E-0871373A02FD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04.120" v="310"/>
          <ac:inkMkLst>
            <pc:docMk/>
            <pc:sldMk cId="1974623767" sldId="399"/>
            <ac:inkMk id="27" creationId="{8CEC2FCE-5762-4D0F-9192-7B81B1B2E0CC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09.964" v="312"/>
          <ac:inkMkLst>
            <pc:docMk/>
            <pc:sldMk cId="1974623767" sldId="399"/>
            <ac:inkMk id="28" creationId="{FA7DFFB2-533D-4CD7-AEF7-BB3E398BA2EB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8:20.683" v="314"/>
          <ac:inkMkLst>
            <pc:docMk/>
            <pc:sldMk cId="1974623767" sldId="399"/>
            <ac:inkMk id="29" creationId="{530D92A6-5E2C-4479-A836-E76E98F91872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25.433" v="316"/>
          <ac:inkMkLst>
            <pc:docMk/>
            <pc:sldMk cId="1974623767" sldId="399"/>
            <ac:inkMk id="30" creationId="{4B8A0BD7-A058-41AB-BFF5-576933FF8B0A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8:30.261" v="317"/>
          <ac:inkMkLst>
            <pc:docMk/>
            <pc:sldMk cId="1974623767" sldId="399"/>
            <ac:inkMk id="31" creationId="{44A7D710-8628-4CAB-8AEF-BA0FD3BA9F66}"/>
          </ac:inkMkLst>
        </pc:inkChg>
      </pc:sldChg>
      <pc:sldChg chg="addSp delSp modSp add ord replId">
        <pc:chgData name="Mohammad Dakhilallah Mohammad Alahmadi" userId="S::04100753@uj.edu.sa::9b436a58-7297-423f-8410-66c59c69358a" providerId="AD" clId="Web-{AD3F4FDB-B8A5-655A-E9D3-449317774BA1}" dt="2022-01-14T21:36:42.611" v="606" actId="1076"/>
        <pc:sldMkLst>
          <pc:docMk/>
          <pc:sldMk cId="1082078191" sldId="400"/>
        </pc:sldMkLst>
        <pc:spChg chg="del">
          <ac:chgData name="Mohammad Dakhilallah Mohammad Alahmadi" userId="S::04100753@uj.edu.sa::9b436a58-7297-423f-8410-66c59c69358a" providerId="AD" clId="Web-{AD3F4FDB-B8A5-655A-E9D3-449317774BA1}" dt="2022-01-14T20:58:44.371" v="443"/>
          <ac:spMkLst>
            <pc:docMk/>
            <pc:sldMk cId="1082078191" sldId="400"/>
            <ac:spMk id="7" creationId="{6A1CC48E-827E-406C-B69A-AAB5C618E07D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0:58:48.450" v="445"/>
          <ac:spMkLst>
            <pc:docMk/>
            <pc:sldMk cId="1082078191" sldId="400"/>
            <ac:spMk id="8" creationId="{17803766-F153-467A-A7BB-663D12DA7C29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1:36:42.611" v="606" actId="1076"/>
          <ac:spMkLst>
            <pc:docMk/>
            <pc:sldMk cId="1082078191" sldId="400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AD3F4FDB-B8A5-655A-E9D3-449317774BA1}" dt="2022-01-14T20:58:02.026" v="428"/>
          <ac:picMkLst>
            <pc:docMk/>
            <pc:sldMk cId="1082078191" sldId="400"/>
            <ac:picMk id="3" creationId="{7877609F-7BD2-4EA5-B6AC-DC3516AFAB23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6:37.470" v="605" actId="1076"/>
          <ac:picMkLst>
            <pc:docMk/>
            <pc:sldMk cId="1082078191" sldId="400"/>
            <ac:picMk id="9" creationId="{651D24B1-687D-4321-BFBB-8F7BD39A0A71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6:33.235" v="604" actId="1076"/>
          <ac:picMkLst>
            <pc:docMk/>
            <pc:sldMk cId="1082078191" sldId="400"/>
            <ac:picMk id="10" creationId="{363546BD-CE4A-4E4D-AC91-28E328CA3486}"/>
          </ac:picMkLst>
        </pc:picChg>
      </pc:sldChg>
    </pc:docChg>
  </pc:docChgLst>
  <pc:docChgLst>
    <pc:chgData name="Mohammad Dakhilallah Mohammad Alahmadi" userId="S::04100753@uj.edu.sa::9b436a58-7297-423f-8410-66c59c69358a" providerId="AD" clId="Web-{8A9E9997-793C-77C3-FC2F-BE2E653033D0}"/>
    <pc:docChg chg="addSld delSld modSld sldOrd modSection">
      <pc:chgData name="Mohammad Dakhilallah Mohammad Alahmadi" userId="S::04100753@uj.edu.sa::9b436a58-7297-423f-8410-66c59c69358a" providerId="AD" clId="Web-{8A9E9997-793C-77C3-FC2F-BE2E653033D0}" dt="2022-01-13T05:16:55.363" v="706"/>
      <pc:docMkLst>
        <pc:docMk/>
      </pc:docMkLst>
      <pc:sldChg chg="addSp delSp">
        <pc:chgData name="Mohammad Dakhilallah Mohammad Alahmadi" userId="S::04100753@uj.edu.sa::9b436a58-7297-423f-8410-66c59c69358a" providerId="AD" clId="Web-{8A9E9997-793C-77C3-FC2F-BE2E653033D0}" dt="2022-01-13T05:15:32.592" v="689"/>
        <pc:sldMkLst>
          <pc:docMk/>
          <pc:sldMk cId="1445123838" sldId="366"/>
        </pc:sldMkLst>
        <pc:spChg chg="add del">
          <ac:chgData name="Mohammad Dakhilallah Mohammad Alahmadi" userId="S::04100753@uj.edu.sa::9b436a58-7297-423f-8410-66c59c69358a" providerId="AD" clId="Web-{8A9E9997-793C-77C3-FC2F-BE2E653033D0}" dt="2022-01-13T05:15:32.592" v="689"/>
          <ac:spMkLst>
            <pc:docMk/>
            <pc:sldMk cId="1445123838" sldId="366"/>
            <ac:spMk id="3" creationId="{590EF012-E88E-4583-999C-CAD03CA02366}"/>
          </ac:spMkLst>
        </pc:spChg>
      </pc:sldChg>
      <pc:sldChg chg="modSp">
        <pc:chgData name="Mohammad Dakhilallah Mohammad Alahmadi" userId="S::04100753@uj.edu.sa::9b436a58-7297-423f-8410-66c59c69358a" providerId="AD" clId="Web-{8A9E9997-793C-77C3-FC2F-BE2E653033D0}" dt="2022-01-13T04:53:46.754" v="477" actId="20577"/>
        <pc:sldMkLst>
          <pc:docMk/>
          <pc:sldMk cId="738462305" sldId="373"/>
        </pc:sldMkLst>
        <pc:spChg chg="mod">
          <ac:chgData name="Mohammad Dakhilallah Mohammad Alahmadi" userId="S::04100753@uj.edu.sa::9b436a58-7297-423f-8410-66c59c69358a" providerId="AD" clId="Web-{8A9E9997-793C-77C3-FC2F-BE2E653033D0}" dt="2022-01-13T04:53:46.754" v="477" actId="20577"/>
          <ac:spMkLst>
            <pc:docMk/>
            <pc:sldMk cId="738462305" sldId="373"/>
            <ac:spMk id="17410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8A9E9997-793C-77C3-FC2F-BE2E653033D0}" dt="2022-01-13T04:53:13.238" v="471" actId="20577"/>
        <pc:sldMkLst>
          <pc:docMk/>
          <pc:sldMk cId="3958245806" sldId="374"/>
        </pc:sldMkLst>
        <pc:spChg chg="mod">
          <ac:chgData name="Mohammad Dakhilallah Mohammad Alahmadi" userId="S::04100753@uj.edu.sa::9b436a58-7297-423f-8410-66c59c69358a" providerId="AD" clId="Web-{8A9E9997-793C-77C3-FC2F-BE2E653033D0}" dt="2022-01-13T04:53:13.238" v="471" actId="20577"/>
          <ac:spMkLst>
            <pc:docMk/>
            <pc:sldMk cId="3958245806" sldId="374"/>
            <ac:spMk id="17410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8A9E9997-793C-77C3-FC2F-BE2E653033D0}" dt="2022-01-13T04:53:04.097" v="468" actId="20577"/>
        <pc:sldMkLst>
          <pc:docMk/>
          <pc:sldMk cId="2307568836" sldId="375"/>
        </pc:sldMkLst>
        <pc:spChg chg="mod">
          <ac:chgData name="Mohammad Dakhilallah Mohammad Alahmadi" userId="S::04100753@uj.edu.sa::9b436a58-7297-423f-8410-66c59c69358a" providerId="AD" clId="Web-{8A9E9997-793C-77C3-FC2F-BE2E653033D0}" dt="2022-01-13T04:52:48.659" v="464" actId="20577"/>
          <ac:spMkLst>
            <pc:docMk/>
            <pc:sldMk cId="2307568836" sldId="375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53:04.097" v="468" actId="20577"/>
          <ac:spMkLst>
            <pc:docMk/>
            <pc:sldMk cId="2307568836" sldId="375"/>
            <ac:spMk id="17410" creationId="{00000000-0000-0000-0000-000000000000}"/>
          </ac:spMkLst>
        </pc:spChg>
      </pc:sldChg>
      <pc:sldChg chg="addSp delSp modSp modNotes">
        <pc:chgData name="Mohammad Dakhilallah Mohammad Alahmadi" userId="S::04100753@uj.edu.sa::9b436a58-7297-423f-8410-66c59c69358a" providerId="AD" clId="Web-{8A9E9997-793C-77C3-FC2F-BE2E653033D0}" dt="2022-01-13T05:16:31.003" v="699" actId="1076"/>
        <pc:sldMkLst>
          <pc:docMk/>
          <pc:sldMk cId="2581555751" sldId="376"/>
        </pc:sldMkLst>
        <pc:spChg chg="del">
          <ac:chgData name="Mohammad Dakhilallah Mohammad Alahmadi" userId="S::04100753@uj.edu.sa::9b436a58-7297-423f-8410-66c59c69358a" providerId="AD" clId="Web-{8A9E9997-793C-77C3-FC2F-BE2E653033D0}" dt="2022-01-13T04:45:58.121" v="331"/>
          <ac:spMkLst>
            <pc:docMk/>
            <pc:sldMk cId="2581555751" sldId="376"/>
            <ac:spMk id="4" creationId="{DC1DB259-8754-4CEA-B272-B26ACF7E969D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8:06.327" v="371" actId="1076"/>
          <ac:spMkLst>
            <pc:docMk/>
            <pc:sldMk cId="2581555751" sldId="376"/>
            <ac:spMk id="6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873" v="358" actId="1076"/>
          <ac:spMkLst>
            <pc:docMk/>
            <pc:sldMk cId="2581555751" sldId="376"/>
            <ac:spMk id="7" creationId="{287EDF3A-FC57-4F37-BEBC-38CC0C007607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21.747" v="338"/>
          <ac:spMkLst>
            <pc:docMk/>
            <pc:sldMk cId="2581555751" sldId="376"/>
            <ac:spMk id="8" creationId="{2CA3C8AE-8FA1-4857-871A-1DC879460E39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888" v="359" actId="1076"/>
          <ac:spMkLst>
            <pc:docMk/>
            <pc:sldMk cId="2581555751" sldId="376"/>
            <ac:spMk id="9" creationId="{F71805C7-3FAE-4F8B-9D1C-5A4B546A053F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904" v="360" actId="1076"/>
          <ac:spMkLst>
            <pc:docMk/>
            <pc:sldMk cId="2581555751" sldId="376"/>
            <ac:spMk id="10" creationId="{24188EDC-7DB5-462E-A265-35C8EC33A165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935" v="361" actId="1076"/>
          <ac:spMkLst>
            <pc:docMk/>
            <pc:sldMk cId="2581555751" sldId="376"/>
            <ac:spMk id="11" creationId="{BDC90233-2AF3-40CE-A228-428E63940934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951" v="362" actId="1076"/>
          <ac:spMkLst>
            <pc:docMk/>
            <pc:sldMk cId="2581555751" sldId="376"/>
            <ac:spMk id="12" creationId="{DD4B9524-ECD0-4CE0-B18C-9BAF900918FE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31.341" v="345"/>
          <ac:spMkLst>
            <pc:docMk/>
            <pc:sldMk cId="2581555751" sldId="376"/>
            <ac:spMk id="14" creationId="{B0F0BFFE-6D4F-4D40-981D-ACA1C9E2B239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26.481" v="342"/>
          <ac:spMkLst>
            <pc:docMk/>
            <pc:sldMk cId="2581555751" sldId="376"/>
            <ac:spMk id="16" creationId="{09D888DC-472B-4176-B2D9-CFF42C00D465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20.122" v="337"/>
          <ac:spMkLst>
            <pc:docMk/>
            <pc:sldMk cId="2581555751" sldId="376"/>
            <ac:spMk id="18" creationId="{10B3161F-FF5A-45A1-8CA3-14BA1BA1B7D5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4:48:06.358" v="372" actId="1076"/>
          <ac:spMkLst>
            <pc:docMk/>
            <pc:sldMk cId="2581555751" sldId="376"/>
            <ac:spMk id="20" creationId="{D3CEE8CA-F49F-44C6-BC68-D3C29F21FBFE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0.925" v="696" actId="1076"/>
          <ac:spMkLst>
            <pc:docMk/>
            <pc:sldMk cId="2581555751" sldId="376"/>
            <ac:spMk id="22" creationId="{EC2F2277-B7E8-4131-8560-B6B3E910DD83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0.941" v="697" actId="1076"/>
          <ac:spMkLst>
            <pc:docMk/>
            <pc:sldMk cId="2581555751" sldId="376"/>
            <ac:spMk id="24" creationId="{37C0D034-A33A-4363-A65B-64C71B4193F3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0.956" v="698" actId="1076"/>
          <ac:spMkLst>
            <pc:docMk/>
            <pc:sldMk cId="2581555751" sldId="376"/>
            <ac:spMk id="26" creationId="{297C4D9E-EA28-45B1-9767-4E63B4F8B747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1.003" v="699" actId="1076"/>
          <ac:spMkLst>
            <pc:docMk/>
            <pc:sldMk cId="2581555751" sldId="376"/>
            <ac:spMk id="28" creationId="{B7E3501C-76E6-4EB1-B8E2-F5A09A6ACB94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1:58.018" v="445"/>
          <ac:spMkLst>
            <pc:docMk/>
            <pc:sldMk cId="2581555751" sldId="376"/>
            <ac:spMk id="29" creationId="{C3599FBC-E1CE-4429-9804-55A9BE8F9FAF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5:54.669" v="690"/>
          <ac:spMkLst>
            <pc:docMk/>
            <pc:sldMk cId="2581555751" sldId="376"/>
            <ac:spMk id="33" creationId="{492756AF-A9C5-4104-B973-82D1677BA2C9}"/>
          </ac:spMkLst>
        </pc:spChg>
        <pc:picChg chg="add del mod">
          <ac:chgData name="Mohammad Dakhilallah Mohammad Alahmadi" userId="S::04100753@uj.edu.sa::9b436a58-7297-423f-8410-66c59c69358a" providerId="AD" clId="Web-{8A9E9997-793C-77C3-FC2F-BE2E653033D0}" dt="2022-01-13T04:07:10.117" v="7"/>
          <ac:picMkLst>
            <pc:docMk/>
            <pc:sldMk cId="2581555751" sldId="376"/>
            <ac:picMk id="2" creationId="{22C180EE-F618-447F-A273-314E289CAE07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16:02.737" v="691"/>
          <ac:picMkLst>
            <pc:docMk/>
            <pc:sldMk cId="2581555751" sldId="376"/>
            <ac:picMk id="31" creationId="{A75E7B13-9C08-4AD0-88E7-D22A430AC6EF}"/>
          </ac:picMkLst>
        </pc:picChg>
      </pc:sldChg>
      <pc:sldChg chg="addSp delSp modSp add del replId">
        <pc:chgData name="Mohammad Dakhilallah Mohammad Alahmadi" userId="S::04100753@uj.edu.sa::9b436a58-7297-423f-8410-66c59c69358a" providerId="AD" clId="Web-{8A9E9997-793C-77C3-FC2F-BE2E653033D0}" dt="2022-01-13T04:48:57.843" v="378"/>
        <pc:sldMkLst>
          <pc:docMk/>
          <pc:sldMk cId="1987003231" sldId="377"/>
        </pc:sldMkLst>
        <pc:spChg chg="add del mod">
          <ac:chgData name="Mohammad Dakhilallah Mohammad Alahmadi" userId="S::04100753@uj.edu.sa::9b436a58-7297-423f-8410-66c59c69358a" providerId="AD" clId="Web-{8A9E9997-793C-77C3-FC2F-BE2E653033D0}" dt="2022-01-13T04:07:25.883" v="12"/>
          <ac:spMkLst>
            <pc:docMk/>
            <pc:sldMk cId="1987003231" sldId="377"/>
            <ac:spMk id="3" creationId="{320014F0-0638-4FF5-A0E0-4238DB9DBE9F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07:15.821" v="9"/>
          <ac:spMkLst>
            <pc:docMk/>
            <pc:sldMk cId="1987003231" sldId="377"/>
            <ac:spMk id="4" creationId="{DC1DB259-8754-4CEA-B272-B26ACF7E969D}"/>
          </ac:spMkLst>
        </pc:spChg>
        <pc:picChg chg="add del mod">
          <ac:chgData name="Mohammad Dakhilallah Mohammad Alahmadi" userId="S::04100753@uj.edu.sa::9b436a58-7297-423f-8410-66c59c69358a" providerId="AD" clId="Web-{8A9E9997-793C-77C3-FC2F-BE2E653033D0}" dt="2022-01-13T04:14:48.422" v="22"/>
          <ac:picMkLst>
            <pc:docMk/>
            <pc:sldMk cId="1987003231" sldId="377"/>
            <ac:picMk id="5" creationId="{3E7C9FCA-F8F0-4BFD-9970-91FA78638355}"/>
          </ac:picMkLst>
        </pc:picChg>
      </pc:sldChg>
      <pc:sldChg chg="addSp delSp modSp add replId modNotes">
        <pc:chgData name="Mohammad Dakhilallah Mohammad Alahmadi" userId="S::04100753@uj.edu.sa::9b436a58-7297-423f-8410-66c59c69358a" providerId="AD" clId="Web-{8A9E9997-793C-77C3-FC2F-BE2E653033D0}" dt="2022-01-13T05:16:53.660" v="705" actId="1076"/>
        <pc:sldMkLst>
          <pc:docMk/>
          <pc:sldMk cId="1282125747" sldId="378"/>
        </pc:sldMkLst>
        <pc:spChg chg="add mod">
          <ac:chgData name="Mohammad Dakhilallah Mohammad Alahmadi" userId="S::04100753@uj.edu.sa::9b436a58-7297-423f-8410-66c59c69358a" providerId="AD" clId="Web-{8A9E9997-793C-77C3-FC2F-BE2E653033D0}" dt="2022-01-13T05:16:53.613" v="702" actId="1076"/>
          <ac:spMkLst>
            <pc:docMk/>
            <pc:sldMk cId="1282125747" sldId="378"/>
            <ac:spMk id="2" creationId="{1D09CE62-4432-42B5-8683-6506A27CE24A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19:58.897" v="154"/>
          <ac:spMkLst>
            <pc:docMk/>
            <pc:sldMk cId="1282125747" sldId="378"/>
            <ac:spMk id="3" creationId="{6C475998-B11D-492F-BCC1-9802D6FD360A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21:08.559" v="158"/>
          <ac:spMkLst>
            <pc:docMk/>
            <pc:sldMk cId="1282125747" sldId="378"/>
            <ac:spMk id="4" creationId="{19D71303-5592-4E4B-BC3E-2633C242554D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0:12.178" v="227"/>
          <ac:spMkLst>
            <pc:docMk/>
            <pc:sldMk cId="1282125747" sldId="378"/>
            <ac:spMk id="5" creationId="{41E9DC4E-D381-4B0D-A474-0FBEF6E93DF2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06.657" v="29"/>
          <ac:spMkLst>
            <pc:docMk/>
            <pc:sldMk cId="1282125747" sldId="378"/>
            <ac:spMk id="7" creationId="{287EDF3A-FC57-4F37-BEBC-38CC0C007607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1:22.991" v="232"/>
          <ac:spMkLst>
            <pc:docMk/>
            <pc:sldMk cId="1282125747" sldId="378"/>
            <ac:spMk id="8" creationId="{46D4D261-BDD7-4993-BFF1-AAAD094A0958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05.047" v="27"/>
          <ac:spMkLst>
            <pc:docMk/>
            <pc:sldMk cId="1282125747" sldId="378"/>
            <ac:spMk id="9" creationId="{F71805C7-3FAE-4F8B-9D1C-5A4B546A053F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03.453" v="25"/>
          <ac:spMkLst>
            <pc:docMk/>
            <pc:sldMk cId="1282125747" sldId="378"/>
            <ac:spMk id="10" creationId="{24188EDC-7DB5-462E-A265-35C8EC33A165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15:08.282" v="30"/>
          <ac:spMkLst>
            <pc:docMk/>
            <pc:sldMk cId="1282125747" sldId="378"/>
            <ac:spMk id="11" creationId="{BDC90233-2AF3-40CE-A228-428E63940934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10.625" v="32"/>
          <ac:spMkLst>
            <pc:docMk/>
            <pc:sldMk cId="1282125747" sldId="378"/>
            <ac:spMk id="12" creationId="{DD4B9524-ECD0-4CE0-B18C-9BAF900918FE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53.629" v="703" actId="1076"/>
          <ac:spMkLst>
            <pc:docMk/>
            <pc:sldMk cId="1282125747" sldId="378"/>
            <ac:spMk id="13" creationId="{9BBD02E6-D219-4B36-911B-A0836301EC08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53.644" v="704" actId="1076"/>
          <ac:spMkLst>
            <pc:docMk/>
            <pc:sldMk cId="1282125747" sldId="378"/>
            <ac:spMk id="14" creationId="{F5DBC689-75F0-4792-96B4-22330A46501B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1:34.883" v="279"/>
          <ac:spMkLst>
            <pc:docMk/>
            <pc:sldMk cId="1282125747" sldId="378"/>
            <ac:spMk id="15" creationId="{CDEA938B-9B46-4CFC-8D53-B473275ADE69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3:04.602" v="246"/>
          <ac:spMkLst>
            <pc:docMk/>
            <pc:sldMk cId="1282125747" sldId="378"/>
            <ac:spMk id="16" creationId="{4EEBDB54-DA8F-40DF-93CA-2DD2D028020C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9:37.406" v="392"/>
          <ac:spMkLst>
            <pc:docMk/>
            <pc:sldMk cId="1282125747" sldId="378"/>
            <ac:spMk id="17" creationId="{05D5C623-E551-49BB-863D-30DF15568D42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5:14.214" v="255"/>
          <ac:spMkLst>
            <pc:docMk/>
            <pc:sldMk cId="1282125747" sldId="378"/>
            <ac:spMk id="18" creationId="{E23E5D69-DAFD-4CB0-AF81-3B4D25EA8160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8:48.561" v="268"/>
          <ac:spMkLst>
            <pc:docMk/>
            <pc:sldMk cId="1282125747" sldId="378"/>
            <ac:spMk id="19" creationId="{A3127EA7-3200-40D3-BA73-A1868A94FA0E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0:37.319" v="272"/>
          <ac:spMkLst>
            <pc:docMk/>
            <pc:sldMk cId="1282125747" sldId="378"/>
            <ac:spMk id="20" creationId="{FAED2595-C15B-4B63-9826-CDC7B254FFBC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1:08.210" v="278"/>
          <ac:spMkLst>
            <pc:docMk/>
            <pc:sldMk cId="1282125747" sldId="378"/>
            <ac:spMk id="21" creationId="{C64CB3E1-A4BF-4C32-94DD-ED02BDBF3A10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53.660" v="705" actId="1076"/>
          <ac:spMkLst>
            <pc:docMk/>
            <pc:sldMk cId="1282125747" sldId="378"/>
            <ac:spMk id="22" creationId="{D4F4CE69-650A-42BC-B807-437964F41444}"/>
          </ac:spMkLst>
        </pc:spChg>
      </pc:sldChg>
      <pc:sldChg chg="add del replId">
        <pc:chgData name="Mohammad Dakhilallah Mohammad Alahmadi" userId="S::04100753@uj.edu.sa::9b436a58-7297-423f-8410-66c59c69358a" providerId="AD" clId="Web-{8A9E9997-793C-77C3-FC2F-BE2E653033D0}" dt="2022-01-13T04:07:19.930" v="11"/>
        <pc:sldMkLst>
          <pc:docMk/>
          <pc:sldMk cId="4198997245" sldId="378"/>
        </pc:sldMkLst>
      </pc:sldChg>
      <pc:sldChg chg="addSp delSp modSp add del replId">
        <pc:chgData name="Mohammad Dakhilallah Mohammad Alahmadi" userId="S::04100753@uj.edu.sa::9b436a58-7297-423f-8410-66c59c69358a" providerId="AD" clId="Web-{8A9E9997-793C-77C3-FC2F-BE2E653033D0}" dt="2022-01-13T05:16:38.316" v="701"/>
        <pc:sldMkLst>
          <pc:docMk/>
          <pc:sldMk cId="1867563655" sldId="379"/>
        </pc:sldMkLst>
        <pc:spChg chg="add del">
          <ac:chgData name="Mohammad Dakhilallah Mohammad Alahmadi" userId="S::04100753@uj.edu.sa::9b436a58-7297-423f-8410-66c59c69358a" providerId="AD" clId="Web-{8A9E9997-793C-77C3-FC2F-BE2E653033D0}" dt="2022-01-13T04:53:53.395" v="478"/>
          <ac:spMkLst>
            <pc:docMk/>
            <pc:sldMk cId="1867563655" sldId="379"/>
            <ac:spMk id="2" creationId="{6A647689-5F41-4BC4-B117-F6FBD06D9D59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3:03.275" v="668"/>
          <ac:spMkLst>
            <pc:docMk/>
            <pc:sldMk cId="1867563655" sldId="379"/>
            <ac:spMk id="3" creationId="{794DB979-2554-4D1C-BE61-E6DF7AE14742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4:13.011" v="682"/>
          <ac:spMkLst>
            <pc:docMk/>
            <pc:sldMk cId="1867563655" sldId="379"/>
            <ac:spMk id="4" creationId="{75787305-0022-4EE9-96A5-720B6AB90353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18.479" v="671" actId="1076"/>
          <ac:spMkLst>
            <pc:docMk/>
            <pc:sldMk cId="1867563655" sldId="379"/>
            <ac:spMk id="7" creationId="{287EDF3A-FC57-4F37-BEBC-38CC0C007607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10" v="672" actId="1076"/>
          <ac:spMkLst>
            <pc:docMk/>
            <pc:sldMk cId="1867563655" sldId="379"/>
            <ac:spMk id="9" creationId="{F71805C7-3FAE-4F8B-9D1C-5A4B546A053F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26" v="673" actId="1076"/>
          <ac:spMkLst>
            <pc:docMk/>
            <pc:sldMk cId="1867563655" sldId="379"/>
            <ac:spMk id="10" creationId="{24188EDC-7DB5-462E-A265-35C8EC33A165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41" v="674" actId="1076"/>
          <ac:spMkLst>
            <pc:docMk/>
            <pc:sldMk cId="1867563655" sldId="379"/>
            <ac:spMk id="11" creationId="{BDC90233-2AF3-40CE-A228-428E63940934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57" v="675" actId="1076"/>
          <ac:spMkLst>
            <pc:docMk/>
            <pc:sldMk cId="1867563655" sldId="379"/>
            <ac:spMk id="12" creationId="{DD4B9524-ECD0-4CE0-B18C-9BAF900918FE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51:45.690" v="442" actId="1076"/>
          <ac:spMkLst>
            <pc:docMk/>
            <pc:sldMk cId="1867563655" sldId="379"/>
            <ac:spMk id="22" creationId="{EC2F2277-B7E8-4131-8560-B6B3E910DD83}"/>
          </ac:spMkLst>
        </pc:spChg>
        <pc:spChg chg="add del">
          <ac:chgData name="Mohammad Dakhilallah Mohammad Alahmadi" userId="S::04100753@uj.edu.sa::9b436a58-7297-423f-8410-66c59c69358a" providerId="AD" clId="Web-{8A9E9997-793C-77C3-FC2F-BE2E653033D0}" dt="2022-01-13T05:14:10.214" v="681"/>
          <ac:spMkLst>
            <pc:docMk/>
            <pc:sldMk cId="1867563655" sldId="379"/>
            <ac:spMk id="28" creationId="{B7E3501C-76E6-4EB1-B8E2-F5A09A6ACB94}"/>
          </ac:spMkLst>
        </pc:spChg>
      </pc:sldChg>
      <pc:sldChg chg="addSp delSp modSp add ord replId">
        <pc:chgData name="Mohammad Dakhilallah Mohammad Alahmadi" userId="S::04100753@uj.edu.sa::9b436a58-7297-423f-8410-66c59c69358a" providerId="AD" clId="Web-{8A9E9997-793C-77C3-FC2F-BE2E653033D0}" dt="2022-01-13T04:58:09.196" v="525"/>
        <pc:sldMkLst>
          <pc:docMk/>
          <pc:sldMk cId="1253044130" sldId="380"/>
        </pc:sldMkLst>
        <pc:picChg chg="add del mod">
          <ac:chgData name="Mohammad Dakhilallah Mohammad Alahmadi" userId="S::04100753@uj.edu.sa::9b436a58-7297-423f-8410-66c59c69358a" providerId="AD" clId="Web-{8A9E9997-793C-77C3-FC2F-BE2E653033D0}" dt="2022-01-13T04:58:09.196" v="525"/>
          <ac:picMkLst>
            <pc:docMk/>
            <pc:sldMk cId="1253044130" sldId="380"/>
            <ac:picMk id="3" creationId="{A0DD78CD-E83F-40AF-83B0-676BB627BADA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8A9E9997-793C-77C3-FC2F-BE2E653033D0}" dt="2022-01-13T05:15:10.871" v="687"/>
        <pc:sldMkLst>
          <pc:docMk/>
          <pc:sldMk cId="2683062035" sldId="381"/>
        </pc:sldMkLst>
        <pc:spChg chg="add del">
          <ac:chgData name="Mohammad Dakhilallah Mohammad Alahmadi" userId="S::04100753@uj.edu.sa::9b436a58-7297-423f-8410-66c59c69358a" providerId="AD" clId="Web-{8A9E9997-793C-77C3-FC2F-BE2E653033D0}" dt="2022-01-13T04:55:14.052" v="495"/>
          <ac:spMkLst>
            <pc:docMk/>
            <pc:sldMk cId="2683062035" sldId="381"/>
            <ac:spMk id="2" creationId="{7A7724E5-E8AB-447C-A526-853A85AE39AC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5:17.881" v="497"/>
          <ac:spMkLst>
            <pc:docMk/>
            <pc:sldMk cId="2683062035" sldId="381"/>
            <ac:spMk id="5" creationId="{40C00DFD-405B-4AC1-9114-A718E024EF51}"/>
          </ac:spMkLst>
        </pc:spChg>
        <pc:spChg chg="add del">
          <ac:chgData name="Mohammad Dakhilallah Mohammad Alahmadi" userId="S::04100753@uj.edu.sa::9b436a58-7297-423f-8410-66c59c69358a" providerId="AD" clId="Web-{8A9E9997-793C-77C3-FC2F-BE2E653033D0}" dt="2022-01-13T04:55:22.725" v="500"/>
          <ac:spMkLst>
            <pc:docMk/>
            <pc:sldMk cId="2683062035" sldId="381"/>
            <ac:spMk id="6" creationId="{3BB8DB4B-3704-4757-8108-FB59A5127B3F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5:20.756" v="499"/>
          <ac:spMkLst>
            <pc:docMk/>
            <pc:sldMk cId="2683062035" sldId="381"/>
            <ac:spMk id="8" creationId="{E1E93C8A-4A2E-4CAF-9595-5A2F0CC6DB25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5:10.871" v="687"/>
          <ac:spMkLst>
            <pc:docMk/>
            <pc:sldMk cId="2683062035" sldId="381"/>
            <ac:spMk id="9" creationId="{B2239B78-70B7-41CA-A887-A4599791D0EF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5:20.756" v="499"/>
          <ac:spMkLst>
            <pc:docMk/>
            <pc:sldMk cId="2683062035" sldId="381"/>
            <ac:spMk id="4098" creationId="{5F092033-53A0-4557-BC8C-EDF7C4004F50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55:11.615" v="494"/>
          <ac:spMkLst>
            <pc:docMk/>
            <pc:sldMk cId="2683062035" sldId="381"/>
            <ac:spMk id="4099" creationId="{B6B8808F-B611-4A7E-94DA-CDF020C7794F}"/>
          </ac:spMkLst>
        </pc:spChg>
      </pc:sldChg>
      <pc:sldChg chg="addSp delSp modSp add replId">
        <pc:chgData name="Mohammad Dakhilallah Mohammad Alahmadi" userId="S::04100753@uj.edu.sa::9b436a58-7297-423f-8410-66c59c69358a" providerId="AD" clId="Web-{8A9E9997-793C-77C3-FC2F-BE2E653033D0}" dt="2022-01-13T05:12:55.759" v="667" actId="20577"/>
        <pc:sldMkLst>
          <pc:docMk/>
          <pc:sldMk cId="2147352522" sldId="382"/>
        </pc:sldMkLst>
        <pc:spChg chg="del">
          <ac:chgData name="Mohammad Dakhilallah Mohammad Alahmadi" userId="S::04100753@uj.edu.sa::9b436a58-7297-423f-8410-66c59c69358a" providerId="AD" clId="Web-{8A9E9997-793C-77C3-FC2F-BE2E653033D0}" dt="2022-01-13T04:55:47.537" v="505"/>
          <ac:spMkLst>
            <pc:docMk/>
            <pc:sldMk cId="2147352522" sldId="382"/>
            <ac:spMk id="2" creationId="{1D09CE62-4432-42B5-8683-6506A27CE24A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03:54.655" v="574"/>
          <ac:spMkLst>
            <pc:docMk/>
            <pc:sldMk cId="2147352522" sldId="382"/>
            <ac:spMk id="12" creationId="{ABE9DB23-72A5-41FF-A07E-AC23AEA5B833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55:46.772" v="504"/>
          <ac:spMkLst>
            <pc:docMk/>
            <pc:sldMk cId="2147352522" sldId="382"/>
            <ac:spMk id="13" creationId="{9BBD02E6-D219-4B36-911B-A0836301EC08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55:49.709" v="507"/>
          <ac:spMkLst>
            <pc:docMk/>
            <pc:sldMk cId="2147352522" sldId="382"/>
            <ac:spMk id="14" creationId="{F5DBC689-75F0-4792-96B4-22330A46501B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55:46.194" v="503"/>
          <ac:spMkLst>
            <pc:docMk/>
            <pc:sldMk cId="2147352522" sldId="382"/>
            <ac:spMk id="22" creationId="{D4F4CE69-650A-42BC-B807-437964F41444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08:25.878" v="610"/>
          <ac:spMkLst>
            <pc:docMk/>
            <pc:sldMk cId="2147352522" sldId="382"/>
            <ac:spMk id="26" creationId="{C0B73059-4E9E-4C80-94D2-A02EFB86762E}"/>
          </ac:spMkLst>
        </pc:spChg>
        <pc:spChg chg="add del">
          <ac:chgData name="Mohammad Dakhilallah Mohammad Alahmadi" userId="S::04100753@uj.edu.sa::9b436a58-7297-423f-8410-66c59c69358a" providerId="AD" clId="Web-{8A9E9997-793C-77C3-FC2F-BE2E653033D0}" dt="2022-01-13T05:08:33.316" v="612"/>
          <ac:spMkLst>
            <pc:docMk/>
            <pc:sldMk cId="2147352522" sldId="382"/>
            <ac:spMk id="27" creationId="{170D4D77-61EF-4515-970B-520103C85F86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08:54.519" v="624" actId="20577"/>
          <ac:spMkLst>
            <pc:docMk/>
            <pc:sldMk cId="2147352522" sldId="382"/>
            <ac:spMk id="28" creationId="{FC40E327-E754-4828-80A7-D7D3E3789989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09:05.019" v="625" actId="1076"/>
          <ac:spMkLst>
            <pc:docMk/>
            <pc:sldMk cId="2147352522" sldId="382"/>
            <ac:spMk id="29" creationId="{FE3EFFE2-CEB6-45ED-8A59-FF5EEAE521CC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2:55.759" v="667" actId="20577"/>
          <ac:spMkLst>
            <pc:docMk/>
            <pc:sldMk cId="2147352522" sldId="382"/>
            <ac:spMk id="30" creationId="{52E1B582-2CBA-44F9-B9CB-946ABA58E246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2:46.541" v="666" actId="20577"/>
          <ac:spMkLst>
            <pc:docMk/>
            <pc:sldMk cId="2147352522" sldId="382"/>
            <ac:spMk id="31" creationId="{196DC735-270D-4CCC-97D2-21FC13A568C2}"/>
          </ac:spMkLst>
        </pc:spChg>
        <pc:picChg chg="add mod">
          <ac:chgData name="Mohammad Dakhilallah Mohammad Alahmadi" userId="S::04100753@uj.edu.sa::9b436a58-7297-423f-8410-66c59c69358a" providerId="AD" clId="Web-{8A9E9997-793C-77C3-FC2F-BE2E653033D0}" dt="2022-01-13T04:56:15.116" v="519" actId="1076"/>
          <ac:picMkLst>
            <pc:docMk/>
            <pc:sldMk cId="2147352522" sldId="382"/>
            <ac:picMk id="3" creationId="{1A607880-773E-41B5-9FA5-829281FCAC7C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4:56:07.288" v="516" actId="1076"/>
          <ac:picMkLst>
            <pc:docMk/>
            <pc:sldMk cId="2147352522" sldId="382"/>
            <ac:picMk id="4" creationId="{8A28B55B-C684-41AB-99A6-E77189ADB678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4:56:39.273" v="521"/>
          <ac:picMkLst>
            <pc:docMk/>
            <pc:sldMk cId="2147352522" sldId="382"/>
            <ac:picMk id="5" creationId="{75FB3607-F8D3-46AE-B3FA-079D996D5713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4:57:31.664" v="523" actId="1076"/>
          <ac:picMkLst>
            <pc:docMk/>
            <pc:sldMk cId="2147352522" sldId="382"/>
            <ac:picMk id="7" creationId="{05322D46-1853-4F20-9917-FDFC06CF57F4}"/>
          </ac:picMkLst>
        </pc:picChg>
        <pc:picChg chg="add mod modCrop">
          <ac:chgData name="Mohammad Dakhilallah Mohammad Alahmadi" userId="S::04100753@uj.edu.sa::9b436a58-7297-423f-8410-66c59c69358a" providerId="AD" clId="Web-{8A9E9997-793C-77C3-FC2F-BE2E653033D0}" dt="2022-01-13T04:59:06.244" v="532" actId="1076"/>
          <ac:picMkLst>
            <pc:docMk/>
            <pc:sldMk cId="2147352522" sldId="382"/>
            <ac:picMk id="8" creationId="{34808BC2-1BE9-4D2D-B7E3-5BF3F120105B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5:30.156" v="595"/>
          <ac:picMkLst>
            <pc:docMk/>
            <pc:sldMk cId="2147352522" sldId="382"/>
            <ac:picMk id="9" creationId="{7AE3CFD8-2513-42CF-B2A9-F072DA825EDC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5:00:19.854" v="542" actId="1076"/>
          <ac:picMkLst>
            <pc:docMk/>
            <pc:sldMk cId="2147352522" sldId="382"/>
            <ac:picMk id="10" creationId="{389A30B0-C3EB-4E67-9673-ED625F0DF650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34.999" v="593"/>
          <ac:picMkLst>
            <pc:docMk/>
            <pc:sldMk cId="2147352522" sldId="382"/>
            <ac:picMk id="11" creationId="{652961F1-02D3-4170-A2E0-D854FECC8BB5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65" v="592"/>
          <ac:picMkLst>
            <pc:docMk/>
            <pc:sldMk cId="2147352522" sldId="382"/>
            <ac:picMk id="15" creationId="{B35C1629-7D87-40D3-8AA9-38A0AB09E830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49" v="591"/>
          <ac:picMkLst>
            <pc:docMk/>
            <pc:sldMk cId="2147352522" sldId="382"/>
            <ac:picMk id="16" creationId="{ED7BC64F-E3A9-483F-9360-7332A955C9C2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49" v="590"/>
          <ac:picMkLst>
            <pc:docMk/>
            <pc:sldMk cId="2147352522" sldId="382"/>
            <ac:picMk id="17" creationId="{8B0F20EA-B5D1-4730-B21D-08D5AE62F712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49" v="589"/>
          <ac:picMkLst>
            <pc:docMk/>
            <pc:sldMk cId="2147352522" sldId="382"/>
            <ac:picMk id="18" creationId="{26D43EF5-12B0-40FF-AC7E-2283183D50EA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34" v="588"/>
          <ac:picMkLst>
            <pc:docMk/>
            <pc:sldMk cId="2147352522" sldId="382"/>
            <ac:picMk id="19" creationId="{264CAED8-45DE-4ACF-97D1-F57ECE96EBF6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34" v="587"/>
          <ac:picMkLst>
            <pc:docMk/>
            <pc:sldMk cId="2147352522" sldId="382"/>
            <ac:picMk id="20" creationId="{4C668F22-F420-4982-AF13-FBED7A06BC8E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34" v="586"/>
          <ac:picMkLst>
            <pc:docMk/>
            <pc:sldMk cId="2147352522" sldId="382"/>
            <ac:picMk id="21" creationId="{06B0BAD0-01BA-4623-8722-F2A3D13A2CF2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18" v="585"/>
          <ac:picMkLst>
            <pc:docMk/>
            <pc:sldMk cId="2147352522" sldId="382"/>
            <ac:picMk id="23" creationId="{8C03187C-9EAD-49D6-99B1-1013E172F15C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18" v="584"/>
          <ac:picMkLst>
            <pc:docMk/>
            <pc:sldMk cId="2147352522" sldId="382"/>
            <ac:picMk id="24" creationId="{DF06A9D6-D740-4EEC-9BA5-0394669F2901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5:05:28.860" v="594"/>
          <ac:picMkLst>
            <pc:docMk/>
            <pc:sldMk cId="2147352522" sldId="382"/>
            <ac:picMk id="25" creationId="{F4E4D075-0CF1-43BC-863B-1CEE3AB73C9B}"/>
          </ac:picMkLst>
        </pc:picChg>
      </pc:sldChg>
      <pc:sldChg chg="add del replId">
        <pc:chgData name="Mohammad Dakhilallah Mohammad Alahmadi" userId="S::04100753@uj.edu.sa::9b436a58-7297-423f-8410-66c59c69358a" providerId="AD" clId="Web-{8A9E9997-793C-77C3-FC2F-BE2E653033D0}" dt="2022-01-13T04:55:51.116" v="509"/>
        <pc:sldMkLst>
          <pc:docMk/>
          <pc:sldMk cId="400024747" sldId="383"/>
        </pc:sldMkLst>
      </pc:sldChg>
      <pc:sldChg chg="new del">
        <pc:chgData name="Mohammad Dakhilallah Mohammad Alahmadi" userId="S::04100753@uj.edu.sa::9b436a58-7297-423f-8410-66c59c69358a" providerId="AD" clId="Web-{8A9E9997-793C-77C3-FC2F-BE2E653033D0}" dt="2022-01-13T05:15:03.340" v="685"/>
        <pc:sldMkLst>
          <pc:docMk/>
          <pc:sldMk cId="2911033367" sldId="383"/>
        </pc:sldMkLst>
      </pc:sldChg>
      <pc:sldChg chg="add replId">
        <pc:chgData name="Mohammad Dakhilallah Mohammad Alahmadi" userId="S::04100753@uj.edu.sa::9b436a58-7297-423f-8410-66c59c69358a" providerId="AD" clId="Web-{8A9E9997-793C-77C3-FC2F-BE2E653033D0}" dt="2022-01-13T05:16:33.909" v="700"/>
        <pc:sldMkLst>
          <pc:docMk/>
          <pc:sldMk cId="3168087689" sldId="383"/>
        </pc:sldMkLst>
      </pc:sldChg>
      <pc:sldChg chg="add replId">
        <pc:chgData name="Mohammad Dakhilallah Mohammad Alahmadi" userId="S::04100753@uj.edu.sa::9b436a58-7297-423f-8410-66c59c69358a" providerId="AD" clId="Web-{8A9E9997-793C-77C3-FC2F-BE2E653033D0}" dt="2022-01-13T05:16:55.363" v="706"/>
        <pc:sldMkLst>
          <pc:docMk/>
          <pc:sldMk cId="212204901" sldId="384"/>
        </pc:sldMkLst>
      </pc:sldChg>
    </pc:docChg>
  </pc:docChgLst>
  <pc:docChgLst>
    <pc:chgData name="Mohammad Dakhilallah Mohammad Alahmadi" userId="S::04100753@uj.edu.sa::9b436a58-7297-423f-8410-66c59c69358a" providerId="AD" clId="Web-{AE7E9058-848B-49B7-A03F-EB361C6A3477}"/>
    <pc:docChg chg="modSld">
      <pc:chgData name="Mohammad Dakhilallah Mohammad Alahmadi" userId="S::04100753@uj.edu.sa::9b436a58-7297-423f-8410-66c59c69358a" providerId="AD" clId="Web-{AE7E9058-848B-49B7-A03F-EB361C6A3477}" dt="2022-01-13T04:25:57.401" v="1"/>
      <pc:docMkLst>
        <pc:docMk/>
      </pc:docMkLst>
      <pc:sldChg chg="delSp modSp">
        <pc:chgData name="Mohammad Dakhilallah Mohammad Alahmadi" userId="S::04100753@uj.edu.sa::9b436a58-7297-423f-8410-66c59c69358a" providerId="AD" clId="Web-{AE7E9058-848B-49B7-A03F-EB361C6A3477}" dt="2022-01-13T04:25:57.401" v="1"/>
        <pc:sldMkLst>
          <pc:docMk/>
          <pc:sldMk cId="0" sldId="330"/>
        </pc:sldMkLst>
        <pc:spChg chg="del mod">
          <ac:chgData name="Mohammad Dakhilallah Mohammad Alahmadi" userId="S::04100753@uj.edu.sa::9b436a58-7297-423f-8410-66c59c69358a" providerId="AD" clId="Web-{AE7E9058-848B-49B7-A03F-EB361C6A3477}" dt="2022-01-13T04:25:57.401" v="1"/>
          <ac:spMkLst>
            <pc:docMk/>
            <pc:sldMk cId="0" sldId="330"/>
            <ac:spMk id="2" creationId="{0A50D4C1-B09B-4AA3-8A82-2B78FBB3284F}"/>
          </ac:spMkLst>
        </pc:spChg>
      </pc:sldChg>
    </pc:docChg>
  </pc:docChgLst>
  <pc:docChgLst>
    <pc:chgData name="Mohammad Dakhilallah Mohammad Alahmadi" userId="S::04100753@uj.edu.sa::9b436a58-7297-423f-8410-66c59c69358a" providerId="AD" clId="Web-{904CB7E6-CA6C-7D41-0FCA-B3474CB858E3}"/>
    <pc:docChg chg="modSld">
      <pc:chgData name="Mohammad Dakhilallah Mohammad Alahmadi" userId="S::04100753@uj.edu.sa::9b436a58-7297-423f-8410-66c59c69358a" providerId="AD" clId="Web-{904CB7E6-CA6C-7D41-0FCA-B3474CB858E3}" dt="2022-08-28T10:44:28.421" v="317" actId="20577"/>
      <pc:docMkLst>
        <pc:docMk/>
      </pc:docMkLst>
      <pc:sldChg chg="modSp">
        <pc:chgData name="Mohammad Dakhilallah Mohammad Alahmadi" userId="S::04100753@uj.edu.sa::9b436a58-7297-423f-8410-66c59c69358a" providerId="AD" clId="Web-{904CB7E6-CA6C-7D41-0FCA-B3474CB858E3}" dt="2022-08-28T10:38:31.040" v="0" actId="20577"/>
        <pc:sldMkLst>
          <pc:docMk/>
          <pc:sldMk cId="0" sldId="330"/>
        </pc:sldMkLst>
        <pc:spChg chg="mod">
          <ac:chgData name="Mohammad Dakhilallah Mohammad Alahmadi" userId="S::04100753@uj.edu.sa::9b436a58-7297-423f-8410-66c59c69358a" providerId="AD" clId="Web-{904CB7E6-CA6C-7D41-0FCA-B3474CB858E3}" dt="2022-08-28T10:38:31.040" v="0" actId="20577"/>
          <ac:spMkLst>
            <pc:docMk/>
            <pc:sldMk cId="0" sldId="330"/>
            <ac:spMk id="4098" creationId="{5F092033-53A0-4557-BC8C-EDF7C4004F5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0:07.311" v="75"/>
        <pc:sldMkLst>
          <pc:docMk/>
          <pc:sldMk cId="710246750" sldId="404"/>
        </pc:sldMkLst>
        <pc:graphicFrameChg chg="mod modGraphic">
          <ac:chgData name="Mohammad Dakhilallah Mohammad Alahmadi" userId="S::04100753@uj.edu.sa::9b436a58-7297-423f-8410-66c59c69358a" providerId="AD" clId="Web-{904CB7E6-CA6C-7D41-0FCA-B3474CB858E3}" dt="2022-08-28T10:40:07.311" v="75"/>
          <ac:graphicFrameMkLst>
            <pc:docMk/>
            <pc:sldMk cId="710246750" sldId="404"/>
            <ac:graphicFrameMk id="3" creationId="{5675B709-71B5-4197-86B8-0C1DA92238B4}"/>
          </ac:graphicFrameMkLst>
        </pc:graphicFrameChg>
      </pc:sldChg>
      <pc:sldChg chg="modSp">
        <pc:chgData name="Mohammad Dakhilallah Mohammad Alahmadi" userId="S::04100753@uj.edu.sa::9b436a58-7297-423f-8410-66c59c69358a" providerId="AD" clId="Web-{904CB7E6-CA6C-7D41-0FCA-B3474CB858E3}" dt="2022-08-28T10:41:33.051" v="111" actId="20577"/>
        <pc:sldMkLst>
          <pc:docMk/>
          <pc:sldMk cId="1865205889" sldId="407"/>
        </pc:sldMkLst>
        <pc:spChg chg="mod">
          <ac:chgData name="Mohammad Dakhilallah Mohammad Alahmadi" userId="S::04100753@uj.edu.sa::9b436a58-7297-423f-8410-66c59c69358a" providerId="AD" clId="Web-{904CB7E6-CA6C-7D41-0FCA-B3474CB858E3}" dt="2022-08-28T10:41:33.051" v="111" actId="20577"/>
          <ac:spMkLst>
            <pc:docMk/>
            <pc:sldMk cId="1865205889" sldId="407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2:10.428" v="113" actId="20577"/>
        <pc:sldMkLst>
          <pc:docMk/>
          <pc:sldMk cId="1114942595" sldId="408"/>
        </pc:sldMkLst>
        <pc:spChg chg="mod">
          <ac:chgData name="Mohammad Dakhilallah Mohammad Alahmadi" userId="S::04100753@uj.edu.sa::9b436a58-7297-423f-8410-66c59c69358a" providerId="AD" clId="Web-{904CB7E6-CA6C-7D41-0FCA-B3474CB858E3}" dt="2022-08-28T10:42:10.428" v="113" actId="20577"/>
          <ac:spMkLst>
            <pc:docMk/>
            <pc:sldMk cId="1114942595" sldId="408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3:56.309" v="292" actId="20577"/>
        <pc:sldMkLst>
          <pc:docMk/>
          <pc:sldMk cId="500051477" sldId="409"/>
        </pc:sldMkLst>
        <pc:spChg chg="mod">
          <ac:chgData name="Mohammad Dakhilallah Mohammad Alahmadi" userId="S::04100753@uj.edu.sa::9b436a58-7297-423f-8410-66c59c69358a" providerId="AD" clId="Web-{904CB7E6-CA6C-7D41-0FCA-B3474CB858E3}" dt="2022-08-28T10:43:56.309" v="292" actId="20577"/>
          <ac:spMkLst>
            <pc:docMk/>
            <pc:sldMk cId="500051477" sldId="409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3:34.245" v="288" actId="20577"/>
        <pc:sldMkLst>
          <pc:docMk/>
          <pc:sldMk cId="3714549902" sldId="410"/>
        </pc:sldMkLst>
        <pc:spChg chg="mod">
          <ac:chgData name="Mohammad Dakhilallah Mohammad Alahmadi" userId="S::04100753@uj.edu.sa::9b436a58-7297-423f-8410-66c59c69358a" providerId="AD" clId="Web-{904CB7E6-CA6C-7D41-0FCA-B3474CB858E3}" dt="2022-08-28T10:43:34.245" v="288" actId="20577"/>
          <ac:spMkLst>
            <pc:docMk/>
            <pc:sldMk cId="3714549902" sldId="410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4:28.421" v="317" actId="20577"/>
        <pc:sldMkLst>
          <pc:docMk/>
          <pc:sldMk cId="3604652028" sldId="411"/>
        </pc:sldMkLst>
        <pc:spChg chg="mod">
          <ac:chgData name="Mohammad Dakhilallah Mohammad Alahmadi" userId="S::04100753@uj.edu.sa::9b436a58-7297-423f-8410-66c59c69358a" providerId="AD" clId="Web-{904CB7E6-CA6C-7D41-0FCA-B3474CB858E3}" dt="2022-08-28T10:44:28.421" v="317" actId="20577"/>
          <ac:spMkLst>
            <pc:docMk/>
            <pc:sldMk cId="3604652028" sldId="411"/>
            <ac:spMk id="9219" creationId="{00000000-0000-0000-0000-000000000000}"/>
          </ac:spMkLst>
        </pc:spChg>
      </pc:sldChg>
    </pc:docChg>
  </pc:docChgLst>
  <pc:docChgLst>
    <pc:chgData name="Mohammad Dakhilallah Mohammad Alahmadi" userId="S::04100753@uj.edu.sa::9b436a58-7297-423f-8410-66c59c69358a" providerId="AD" clId="Web-{347FB1A9-DF2F-D0B6-0690-ECF275798414}"/>
    <pc:docChg chg="addSld delSld modSld sldOrd modSection">
      <pc:chgData name="Mohammad Dakhilallah Mohammad Alahmadi" userId="S::04100753@uj.edu.sa::9b436a58-7297-423f-8410-66c59c69358a" providerId="AD" clId="Web-{347FB1A9-DF2F-D0B6-0690-ECF275798414}" dt="2022-01-14T08:49:10.697" v="2024"/>
      <pc:docMkLst>
        <pc:docMk/>
      </pc:docMkLst>
      <pc:sldChg chg="addSp delSp modSp">
        <pc:chgData name="Mohammad Dakhilallah Mohammad Alahmadi" userId="S::04100753@uj.edu.sa::9b436a58-7297-423f-8410-66c59c69358a" providerId="AD" clId="Web-{347FB1A9-DF2F-D0B6-0690-ECF275798414}" dt="2022-01-12T16:34:47.038" v="52"/>
        <pc:sldMkLst>
          <pc:docMk/>
          <pc:sldMk cId="0" sldId="288"/>
        </pc:sldMkLst>
        <pc:spChg chg="add del">
          <ac:chgData name="Mohammad Dakhilallah Mohammad Alahmadi" userId="S::04100753@uj.edu.sa::9b436a58-7297-423f-8410-66c59c69358a" providerId="AD" clId="Web-{347FB1A9-DF2F-D0B6-0690-ECF275798414}" dt="2022-01-12T16:34:47.038" v="52"/>
          <ac:spMkLst>
            <pc:docMk/>
            <pc:sldMk cId="0" sldId="288"/>
            <ac:spMk id="2" creationId="{DC5BA2F7-E9E2-467F-BB3E-E6066632F10C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4:05.427" v="40" actId="1076"/>
          <ac:spMkLst>
            <pc:docMk/>
            <pc:sldMk cId="0" sldId="288"/>
            <ac:spMk id="10" creationId="{3DA857A9-7819-45E5-BB33-428F1F2A08C8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4:38.178" v="50" actId="14100"/>
          <ac:spMkLst>
            <pc:docMk/>
            <pc:sldMk cId="0" sldId="288"/>
            <ac:spMk id="11" creationId="{63DA1EA4-20F8-4935-A01E-8460AA5F8D5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3:56.974" v="38" actId="1076"/>
          <ac:spMkLst>
            <pc:docMk/>
            <pc:sldMk cId="0" sldId="288"/>
            <ac:spMk id="12" creationId="{080A8C87-E243-4922-AF69-217F2ABDC4D9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3:48.208" v="37" actId="1076"/>
          <ac:spMkLst>
            <pc:docMk/>
            <pc:sldMk cId="0" sldId="288"/>
            <ac:spMk id="13" creationId="{FA7892FA-41DE-4195-9819-297EC8F646D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2:25.362" v="14" actId="20577"/>
          <ac:spMkLst>
            <pc:docMk/>
            <pc:sldMk cId="0" sldId="288"/>
            <ac:spMk id="14" creationId="{8EF4F0BD-3546-497D-891A-4497F0271EFA}"/>
          </ac:spMkLst>
        </pc:spChg>
        <pc:picChg chg="mod">
          <ac:chgData name="Mohammad Dakhilallah Mohammad Alahmadi" userId="S::04100753@uj.edu.sa::9b436a58-7297-423f-8410-66c59c69358a" providerId="AD" clId="Web-{347FB1A9-DF2F-D0B6-0690-ECF275798414}" dt="2022-01-12T16:32:50.066" v="19" actId="1076"/>
          <ac:picMkLst>
            <pc:docMk/>
            <pc:sldMk cId="0" sldId="288"/>
            <ac:picMk id="6" creationId="{69B45E0F-F757-441C-B06F-1E249B32D8E4}"/>
          </ac:picMkLst>
        </pc:picChg>
      </pc:sldChg>
      <pc:sldChg chg="modSp">
        <pc:chgData name="Mohammad Dakhilallah Mohammad Alahmadi" userId="S::04100753@uj.edu.sa::9b436a58-7297-423f-8410-66c59c69358a" providerId="AD" clId="Web-{347FB1A9-DF2F-D0B6-0690-ECF275798414}" dt="2022-01-12T16:45:07.150" v="219" actId="1076"/>
        <pc:sldMkLst>
          <pc:docMk/>
          <pc:sldMk cId="0" sldId="334"/>
        </pc:sldMkLst>
        <pc:spChg chg="mod">
          <ac:chgData name="Mohammad Dakhilallah Mohammad Alahmadi" userId="S::04100753@uj.edu.sa::9b436a58-7297-423f-8410-66c59c69358a" providerId="AD" clId="Web-{347FB1A9-DF2F-D0B6-0690-ECF275798414}" dt="2022-01-12T16:45:07.150" v="219" actId="1076"/>
          <ac:spMkLst>
            <pc:docMk/>
            <pc:sldMk cId="0" sldId="334"/>
            <ac:spMk id="3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347FB1A9-DF2F-D0B6-0690-ECF275798414}" dt="2022-01-12T16:45:00.275" v="218" actId="1076"/>
        <pc:sldMkLst>
          <pc:docMk/>
          <pc:sldMk cId="1687645417" sldId="355"/>
        </pc:sldMkLst>
        <pc:spChg chg="mod">
          <ac:chgData name="Mohammad Dakhilallah Mohammad Alahmadi" userId="S::04100753@uj.edu.sa::9b436a58-7297-423f-8410-66c59c69358a" providerId="AD" clId="Web-{347FB1A9-DF2F-D0B6-0690-ECF275798414}" dt="2022-01-12T16:45:00.275" v="218" actId="1076"/>
          <ac:spMkLst>
            <pc:docMk/>
            <pc:sldMk cId="1687645417" sldId="355"/>
            <ac:spMk id="3" creationId="{00000000-0000-0000-0000-000000000000}"/>
          </ac:spMkLst>
        </pc:spChg>
      </pc:sldChg>
      <pc:sldChg chg="new del">
        <pc:chgData name="Mohammad Dakhilallah Mohammad Alahmadi" userId="S::04100753@uj.edu.sa::9b436a58-7297-423f-8410-66c59c69358a" providerId="AD" clId="Web-{347FB1A9-DF2F-D0B6-0690-ECF275798414}" dt="2022-01-12T16:39:47.781" v="159"/>
        <pc:sldMkLst>
          <pc:docMk/>
          <pc:sldMk cId="375535472" sldId="365"/>
        </pc:sldMkLst>
      </pc:sldChg>
      <pc:sldChg chg="new del">
        <pc:chgData name="Mohammad Dakhilallah Mohammad Alahmadi" userId="S::04100753@uj.edu.sa::9b436a58-7297-423f-8410-66c59c69358a" providerId="AD" clId="Web-{347FB1A9-DF2F-D0B6-0690-ECF275798414}" dt="2022-01-12T16:39:56.094" v="162"/>
        <pc:sldMkLst>
          <pc:docMk/>
          <pc:sldMk cId="873034881" sldId="365"/>
        </pc:sldMkLst>
      </pc:sldChg>
      <pc:sldChg chg="addSp delSp modSp add mod replId modClrScheme chgLayout">
        <pc:chgData name="Mohammad Dakhilallah Mohammad Alahmadi" userId="S::04100753@uj.edu.sa::9b436a58-7297-423f-8410-66c59c69358a" providerId="AD" clId="Web-{347FB1A9-DF2F-D0B6-0690-ECF275798414}" dt="2022-01-12T16:47:07.044" v="229" actId="14100"/>
        <pc:sldMkLst>
          <pc:docMk/>
          <pc:sldMk cId="1445123838" sldId="366"/>
        </pc:sldMkLst>
        <pc:spChg chg="mod">
          <ac:chgData name="Mohammad Dakhilallah Mohammad Alahmadi" userId="S::04100753@uj.edu.sa::9b436a58-7297-423f-8410-66c59c69358a" providerId="AD" clId="Web-{347FB1A9-DF2F-D0B6-0690-ECF275798414}" dt="2022-01-12T16:47:07.044" v="229" actId="14100"/>
          <ac:spMkLst>
            <pc:docMk/>
            <pc:sldMk cId="1445123838" sldId="366"/>
            <ac:spMk id="4" creationId="{DC1DB259-8754-4CEA-B272-B26ACF7E969D}"/>
          </ac:spMkLst>
        </pc:spChg>
        <pc:spChg chg="mod ord">
          <ac:chgData name="Mohammad Dakhilallah Mohammad Alahmadi" userId="S::04100753@uj.edu.sa::9b436a58-7297-423f-8410-66c59c69358a" providerId="AD" clId="Web-{347FB1A9-DF2F-D0B6-0690-ECF275798414}" dt="2022-01-12T16:44:37.305" v="216"/>
          <ac:spMkLst>
            <pc:docMk/>
            <pc:sldMk cId="1445123838" sldId="366"/>
            <ac:spMk id="6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44:37.305" v="216"/>
          <ac:spMkLst>
            <pc:docMk/>
            <pc:sldMk cId="1445123838" sldId="366"/>
            <ac:spMk id="17410" creationId="{00000000-0000-0000-0000-000000000000}"/>
          </ac:spMkLst>
        </pc:spChg>
        <pc:graphicFrameChg chg="del">
          <ac:chgData name="Mohammad Dakhilallah Mohammad Alahmadi" userId="S::04100753@uj.edu.sa::9b436a58-7297-423f-8410-66c59c69358a" providerId="AD" clId="Web-{347FB1A9-DF2F-D0B6-0690-ECF275798414}" dt="2022-01-12T16:40:16.720" v="164"/>
          <ac:graphicFrameMkLst>
            <pc:docMk/>
            <pc:sldMk cId="1445123838" sldId="366"/>
            <ac:graphicFrameMk id="9" creationId="{58D64D0A-41D7-4A81-B571-09D5641F05D1}"/>
          </ac:graphicFrameMkLst>
        </pc:graphicFrameChg>
        <pc:picChg chg="add mod">
          <ac:chgData name="Mohammad Dakhilallah Mohammad Alahmadi" userId="S::04100753@uj.edu.sa::9b436a58-7297-423f-8410-66c59c69358a" providerId="AD" clId="Web-{347FB1A9-DF2F-D0B6-0690-ECF275798414}" dt="2022-01-12T16:46:04.136" v="224" actId="1076"/>
          <ac:picMkLst>
            <pc:docMk/>
            <pc:sldMk cId="1445123838" sldId="366"/>
            <ac:picMk id="2" creationId="{2A232190-FF74-4408-A845-F05ABF922D7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19:25.396" v="316"/>
        <pc:sldMkLst>
          <pc:docMk/>
          <pc:sldMk cId="339567192" sldId="367"/>
        </pc:sldMkLst>
        <pc:spChg chg="mod">
          <ac:chgData name="Mohammad Dakhilallah Mohammad Alahmadi" userId="S::04100753@uj.edu.sa::9b436a58-7297-423f-8410-66c59c69358a" providerId="AD" clId="Web-{347FB1A9-DF2F-D0B6-0690-ECF275798414}" dt="2022-01-13T01:15:37.055" v="267"/>
          <ac:spMkLst>
            <pc:docMk/>
            <pc:sldMk cId="339567192" sldId="367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15:37.055" v="267"/>
          <ac:spMkLst>
            <pc:docMk/>
            <pc:sldMk cId="339567192" sldId="367"/>
            <ac:spMk id="17410" creationId="{00000000-0000-0000-0000-000000000000}"/>
          </ac:spMkLst>
        </pc:spChg>
        <pc:picChg chg="add mod ord">
          <ac:chgData name="Mohammad Dakhilallah Mohammad Alahmadi" userId="S::04100753@uj.edu.sa::9b436a58-7297-423f-8410-66c59c69358a" providerId="AD" clId="Web-{347FB1A9-DF2F-D0B6-0690-ECF275798414}" dt="2022-01-13T01:15:48.743" v="270" actId="1076"/>
          <ac:picMkLst>
            <pc:docMk/>
            <pc:sldMk cId="339567192" sldId="367"/>
            <ac:picMk id="2" creationId="{036D789F-1E58-4EED-8FBB-874E90B84446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15:06.600" v="263"/>
          <ac:picMkLst>
            <pc:docMk/>
            <pc:sldMk cId="339567192" sldId="367"/>
            <ac:picMk id="3" creationId="{361271F9-A5CE-4C1C-9454-9FCF68BD6F39}"/>
          </ac:picMkLst>
        </pc:picChg>
        <pc:picChg chg="add del mod">
          <ac:chgData name="Mohammad Dakhilallah Mohammad Alahmadi" userId="S::04100753@uj.edu.sa::9b436a58-7297-423f-8410-66c59c69358a" providerId="AD" clId="Web-{347FB1A9-DF2F-D0B6-0690-ECF275798414}" dt="2022-01-13T01:19:25.396" v="316"/>
          <ac:picMkLst>
            <pc:docMk/>
            <pc:sldMk cId="339567192" sldId="367"/>
            <ac:picMk id="4" creationId="{742016ED-B8E3-4DE4-9EF3-D5A2DBC93DA5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19:45.663" v="323" actId="1076"/>
        <pc:sldMkLst>
          <pc:docMk/>
          <pc:sldMk cId="4160360724" sldId="368"/>
        </pc:sldMkLst>
        <pc:spChg chg="mod">
          <ac:chgData name="Mohammad Dakhilallah Mohammad Alahmadi" userId="S::04100753@uj.edu.sa::9b436a58-7297-423f-8410-66c59c69358a" providerId="AD" clId="Web-{347FB1A9-DF2F-D0B6-0690-ECF275798414}" dt="2022-01-13T01:17:07.919" v="305" actId="20577"/>
          <ac:spMkLst>
            <pc:docMk/>
            <pc:sldMk cId="4160360724" sldId="368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16:25.620" v="288" actId="20577"/>
          <ac:spMkLst>
            <pc:docMk/>
            <pc:sldMk cId="4160360724" sldId="368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17:08.873" v="306"/>
          <ac:picMkLst>
            <pc:docMk/>
            <pc:sldMk cId="4160360724" sldId="368"/>
            <ac:picMk id="2" creationId="{036D789F-1E58-4EED-8FBB-874E90B84446}"/>
          </ac:picMkLst>
        </pc:picChg>
        <pc:picChg chg="add del mod">
          <ac:chgData name="Mohammad Dakhilallah Mohammad Alahmadi" userId="S::04100753@uj.edu.sa::9b436a58-7297-423f-8410-66c59c69358a" providerId="AD" clId="Web-{347FB1A9-DF2F-D0B6-0690-ECF275798414}" dt="2022-01-13T01:19:27.490" v="317"/>
          <ac:picMkLst>
            <pc:docMk/>
            <pc:sldMk cId="4160360724" sldId="368"/>
            <ac:picMk id="3" creationId="{371BE7B7-11BB-41F7-A875-470CC97FDE93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3T01:19:45.663" v="323" actId="1076"/>
          <ac:picMkLst>
            <pc:docMk/>
            <pc:sldMk cId="4160360724" sldId="368"/>
            <ac:picMk id="4" creationId="{9C7D5B53-A951-4587-9914-14F1F6C6D31C}"/>
          </ac:picMkLst>
        </pc:picChg>
      </pc:sldChg>
      <pc:sldChg chg="addSp delSp modSp new del">
        <pc:chgData name="Mohammad Dakhilallah Mohammad Alahmadi" userId="S::04100753@uj.edu.sa::9b436a58-7297-423f-8410-66c59c69358a" providerId="AD" clId="Web-{347FB1A9-DF2F-D0B6-0690-ECF275798414}" dt="2022-01-13T01:40:25.610" v="604"/>
        <pc:sldMkLst>
          <pc:docMk/>
          <pc:sldMk cId="1974032447" sldId="369"/>
        </pc:sldMkLst>
        <pc:spChg chg="mod">
          <ac:chgData name="Mohammad Dakhilallah Mohammad Alahmadi" userId="S::04100753@uj.edu.sa::9b436a58-7297-423f-8410-66c59c69358a" providerId="AD" clId="Web-{347FB1A9-DF2F-D0B6-0690-ECF275798414}" dt="2022-01-13T01:24:37.523" v="417" actId="20577"/>
          <ac:spMkLst>
            <pc:docMk/>
            <pc:sldMk cId="1974032447" sldId="369"/>
            <ac:spMk id="2" creationId="{22437A26-FE49-4A6E-930B-F27280AFC2B5}"/>
          </ac:spMkLst>
        </pc:spChg>
        <pc:spChg chg="del">
          <ac:chgData name="Mohammad Dakhilallah Mohammad Alahmadi" userId="S::04100753@uj.edu.sa::9b436a58-7297-423f-8410-66c59c69358a" providerId="AD" clId="Web-{347FB1A9-DF2F-D0B6-0690-ECF275798414}" dt="2022-01-13T01:24:16.131" v="412"/>
          <ac:spMkLst>
            <pc:docMk/>
            <pc:sldMk cId="1974032447" sldId="369"/>
            <ac:spMk id="3" creationId="{6067101C-38E4-478C-B578-C6DE1EC11E7A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23:50.755" v="411" actId="20577"/>
          <ac:spMkLst>
            <pc:docMk/>
            <pc:sldMk cId="1974032447" sldId="369"/>
            <ac:spMk id="4" creationId="{36294180-27E2-4CD8-915A-3FE23FFFA3DF}"/>
          </ac:spMkLst>
        </pc:spChg>
        <pc:picChg chg="add mod ord">
          <ac:chgData name="Mohammad Dakhilallah Mohammad Alahmadi" userId="S::04100753@uj.edu.sa::9b436a58-7297-423f-8410-66c59c69358a" providerId="AD" clId="Web-{347FB1A9-DF2F-D0B6-0690-ECF275798414}" dt="2022-01-13T01:24:28.757" v="416" actId="1076"/>
          <ac:picMkLst>
            <pc:docMk/>
            <pc:sldMk cId="1974032447" sldId="369"/>
            <ac:picMk id="6" creationId="{758DB777-0F8F-4D8F-9F4C-9E6E0B0F97C5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3T01:31:27.875" v="501" actId="20577"/>
        <pc:sldMkLst>
          <pc:docMk/>
          <pc:sldMk cId="667307753" sldId="370"/>
        </pc:sldMkLst>
        <pc:spChg chg="mod">
          <ac:chgData name="Mohammad Dakhilallah Mohammad Alahmadi" userId="S::04100753@uj.edu.sa::9b436a58-7297-423f-8410-66c59c69358a" providerId="AD" clId="Web-{347FB1A9-DF2F-D0B6-0690-ECF275798414}" dt="2022-01-13T01:31:27.875" v="501" actId="20577"/>
          <ac:spMkLst>
            <pc:docMk/>
            <pc:sldMk cId="667307753" sldId="370"/>
            <ac:spMk id="4" creationId="{DC1DB259-8754-4CEA-B272-B26ACF7E969D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31:16.483" v="499" actId="1076"/>
          <ac:spMkLst>
            <pc:docMk/>
            <pc:sldMk cId="667307753" sldId="370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29:03.148" v="486"/>
          <ac:picMkLst>
            <pc:docMk/>
            <pc:sldMk cId="667307753" sldId="370"/>
            <ac:picMk id="2" creationId="{2A232190-FF74-4408-A845-F05ABF922D72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3T01:31:12.358" v="498" actId="1076"/>
          <ac:picMkLst>
            <pc:docMk/>
            <pc:sldMk cId="667307753" sldId="370"/>
            <ac:picMk id="3" creationId="{7117CF17-9F3D-4E25-A03D-CFE8B22637B4}"/>
          </ac:picMkLst>
        </pc:picChg>
      </pc:sldChg>
      <pc:sldChg chg="addSp delSp modSp add del ord replId">
        <pc:chgData name="Mohammad Dakhilallah Mohammad Alahmadi" userId="S::04100753@uj.edu.sa::9b436a58-7297-423f-8410-66c59c69358a" providerId="AD" clId="Web-{347FB1A9-DF2F-D0B6-0690-ECF275798414}" dt="2022-01-13T01:42:18.054" v="626"/>
        <pc:sldMkLst>
          <pc:docMk/>
          <pc:sldMk cId="125321774" sldId="371"/>
        </pc:sldMkLst>
        <pc:spChg chg="mod">
          <ac:chgData name="Mohammad Dakhilallah Mohammad Alahmadi" userId="S::04100753@uj.edu.sa::9b436a58-7297-423f-8410-66c59c69358a" providerId="AD" clId="Web-{347FB1A9-DF2F-D0B6-0690-ECF275798414}" dt="2022-01-13T01:32:40.847" v="511" actId="20577"/>
          <ac:spMkLst>
            <pc:docMk/>
            <pc:sldMk cId="125321774" sldId="371"/>
            <ac:spMk id="2" creationId="{22437A26-FE49-4A6E-930B-F27280AFC2B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32:59.427" v="518" actId="20577"/>
          <ac:spMkLst>
            <pc:docMk/>
            <pc:sldMk cId="125321774" sldId="371"/>
            <ac:spMk id="4" creationId="{36294180-27E2-4CD8-915A-3FE23FFFA3D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34:40.543" v="520"/>
          <ac:spMkLst>
            <pc:docMk/>
            <pc:sldMk cId="125321774" sldId="371"/>
            <ac:spMk id="7" creationId="{630E1A65-8B0A-4F60-B4B9-6411F33BF54C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40:40.282" v="608"/>
          <ac:spMkLst>
            <pc:docMk/>
            <pc:sldMk cId="125321774" sldId="371"/>
            <ac:spMk id="10" creationId="{AECFD59E-1B0F-4E77-BFFC-3829C36611E8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33:04.817" v="519"/>
          <ac:picMkLst>
            <pc:docMk/>
            <pc:sldMk cId="125321774" sldId="371"/>
            <ac:picMk id="6" creationId="{758DB777-0F8F-4D8F-9F4C-9E6E0B0F97C5}"/>
          </ac:picMkLst>
        </pc:picChg>
        <pc:picChg chg="add del mod ord">
          <ac:chgData name="Mohammad Dakhilallah Mohammad Alahmadi" userId="S::04100753@uj.edu.sa::9b436a58-7297-423f-8410-66c59c69358a" providerId="AD" clId="Web-{347FB1A9-DF2F-D0B6-0690-ECF275798414}" dt="2022-01-13T01:40:40.282" v="608"/>
          <ac:picMkLst>
            <pc:docMk/>
            <pc:sldMk cId="125321774" sldId="371"/>
            <ac:picMk id="8" creationId="{847834CB-141E-441D-AC6A-39389B6A9C89}"/>
          </ac:picMkLst>
        </pc:picChg>
      </pc:sldChg>
      <pc:sldChg chg="addSp delSp modSp add del replId">
        <pc:chgData name="Mohammad Dakhilallah Mohammad Alahmadi" userId="S::04100753@uj.edu.sa::9b436a58-7297-423f-8410-66c59c69358a" providerId="AD" clId="Web-{347FB1A9-DF2F-D0B6-0690-ECF275798414}" dt="2022-01-13T01:45:15.173" v="671"/>
        <pc:sldMkLst>
          <pc:docMk/>
          <pc:sldMk cId="2226834221" sldId="372"/>
        </pc:sldMkLst>
        <pc:spChg chg="mod">
          <ac:chgData name="Mohammad Dakhilallah Mohammad Alahmadi" userId="S::04100753@uj.edu.sa::9b436a58-7297-423f-8410-66c59c69358a" providerId="AD" clId="Web-{347FB1A9-DF2F-D0B6-0690-ECF275798414}" dt="2022-01-13T01:36:43.488" v="537" actId="1076"/>
          <ac:spMkLst>
            <pc:docMk/>
            <pc:sldMk cId="2226834221" sldId="372"/>
            <ac:spMk id="2" creationId="{22437A26-FE49-4A6E-930B-F27280AFC2B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37:55.007" v="582" actId="20577"/>
          <ac:spMkLst>
            <pc:docMk/>
            <pc:sldMk cId="2226834221" sldId="372"/>
            <ac:spMk id="4" creationId="{36294180-27E2-4CD8-915A-3FE23FFFA3D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35:06.748" v="525"/>
          <ac:spMkLst>
            <pc:docMk/>
            <pc:sldMk cId="2226834221" sldId="372"/>
            <ac:spMk id="6" creationId="{DE9D2343-E729-4CCC-B286-2172E8F2534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38:09.446" v="583"/>
          <ac:spMkLst>
            <pc:docMk/>
            <pc:sldMk cId="2226834221" sldId="372"/>
            <ac:spMk id="10" creationId="{6289B093-B4DD-4804-A468-F1CB9940FDFE}"/>
          </ac:spMkLst>
        </pc:spChg>
        <pc:picChg chg="add del mod ord">
          <ac:chgData name="Mohammad Dakhilallah Mohammad Alahmadi" userId="S::04100753@uj.edu.sa::9b436a58-7297-423f-8410-66c59c69358a" providerId="AD" clId="Web-{347FB1A9-DF2F-D0B6-0690-ECF275798414}" dt="2022-01-13T01:36:06.064" v="528"/>
          <ac:picMkLst>
            <pc:docMk/>
            <pc:sldMk cId="2226834221" sldId="372"/>
            <ac:picMk id="7" creationId="{29672B42-4DAB-43DA-9795-CA9A4BB4006A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34:59.513" v="524"/>
          <ac:picMkLst>
            <pc:docMk/>
            <pc:sldMk cId="2226834221" sldId="372"/>
            <ac:picMk id="8" creationId="{847834CB-141E-441D-AC6A-39389B6A9C89}"/>
          </ac:picMkLst>
        </pc:picChg>
        <pc:picChg chg="add mod ord">
          <ac:chgData name="Mohammad Dakhilallah Mohammad Alahmadi" userId="S::04100753@uj.edu.sa::9b436a58-7297-423f-8410-66c59c69358a" providerId="AD" clId="Web-{347FB1A9-DF2F-D0B6-0690-ECF275798414}" dt="2022-01-13T01:38:14.133" v="585" actId="14100"/>
          <ac:picMkLst>
            <pc:docMk/>
            <pc:sldMk cId="2226834221" sldId="372"/>
            <ac:picMk id="11" creationId="{5339F090-9158-4813-89A2-ABF51DDA4D1F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2:27.782" v="1364" actId="20577"/>
        <pc:sldMkLst>
          <pc:docMk/>
          <pc:sldMk cId="738462305" sldId="373"/>
        </pc:sldMkLst>
        <pc:spChg chg="mod">
          <ac:chgData name="Mohammad Dakhilallah Mohammad Alahmadi" userId="S::04100753@uj.edu.sa::9b436a58-7297-423f-8410-66c59c69358a" providerId="AD" clId="Web-{347FB1A9-DF2F-D0B6-0690-ECF275798414}" dt="2022-01-13T01:39:44.498" v="592" actId="20577"/>
          <ac:spMkLst>
            <pc:docMk/>
            <pc:sldMk cId="738462305" sldId="373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2:27.782" v="1364" actId="20577"/>
          <ac:spMkLst>
            <pc:docMk/>
            <pc:sldMk cId="738462305" sldId="373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3T01:40:22.781" v="603"/>
          <ac:picMkLst>
            <pc:docMk/>
            <pc:sldMk cId="738462305" sldId="373"/>
            <ac:picMk id="2" creationId="{C3A273D8-56A5-4492-9E17-EC572D2EBDCD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40:21.187" v="602"/>
          <ac:picMkLst>
            <pc:docMk/>
            <pc:sldMk cId="738462305" sldId="373"/>
            <ac:picMk id="4" creationId="{9C7D5B53-A951-4587-9914-14F1F6C6D31C}"/>
          </ac:picMkLst>
        </pc:picChg>
      </pc:sldChg>
      <pc:sldChg chg="add del replId">
        <pc:chgData name="Mohammad Dakhilallah Mohammad Alahmadi" userId="S::04100753@uj.edu.sa::9b436a58-7297-423f-8410-66c59c69358a" providerId="AD" clId="Web-{347FB1A9-DF2F-D0B6-0690-ECF275798414}" dt="2022-01-13T01:38:36.744" v="587"/>
        <pc:sldMkLst>
          <pc:docMk/>
          <pc:sldMk cId="3128744523" sldId="373"/>
        </pc:sldMkLst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3T01:42:12.616" v="625" actId="14100"/>
        <pc:sldMkLst>
          <pc:docMk/>
          <pc:sldMk cId="3958245806" sldId="374"/>
        </pc:sldMkLst>
        <pc:spChg chg="add del mod">
          <ac:chgData name="Mohammad Dakhilallah Mohammad Alahmadi" userId="S::04100753@uj.edu.sa::9b436a58-7297-423f-8410-66c59c69358a" providerId="AD" clId="Web-{347FB1A9-DF2F-D0B6-0690-ECF275798414}" dt="2022-01-13T01:40:50.752" v="612"/>
          <ac:spMkLst>
            <pc:docMk/>
            <pc:sldMk cId="3958245806" sldId="374"/>
            <ac:spMk id="4" creationId="{D5B8E2B6-52D5-4350-A91C-F2C91EA00862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41:55.021" v="621"/>
          <ac:spMkLst>
            <pc:docMk/>
            <pc:sldMk cId="3958245806" sldId="374"/>
            <ac:spMk id="9" creationId="{FE8A7692-289E-410C-9D83-E0B84CA48238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41:30.738" v="619" actId="20577"/>
          <ac:spMkLst>
            <pc:docMk/>
            <pc:sldMk cId="3958245806" sldId="374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41:07.065" v="614" actId="20577"/>
          <ac:spMkLst>
            <pc:docMk/>
            <pc:sldMk cId="3958245806" sldId="374"/>
            <ac:spMk id="17410" creationId="{00000000-0000-0000-0000-000000000000}"/>
          </ac:spMkLst>
        </pc:spChg>
        <pc:picChg chg="add del">
          <ac:chgData name="Mohammad Dakhilallah Mohammad Alahmadi" userId="S::04100753@uj.edu.sa::9b436a58-7297-423f-8410-66c59c69358a" providerId="AD" clId="Web-{347FB1A9-DF2F-D0B6-0690-ECF275798414}" dt="2022-01-13T01:41:50.411" v="620"/>
          <ac:picMkLst>
            <pc:docMk/>
            <pc:sldMk cId="3958245806" sldId="374"/>
            <ac:picMk id="2" creationId="{C3A273D8-56A5-4492-9E17-EC572D2EBDCD}"/>
          </ac:picMkLst>
        </pc:picChg>
        <pc:picChg chg="add del">
          <ac:chgData name="Mohammad Dakhilallah Mohammad Alahmadi" userId="S::04100753@uj.edu.sa::9b436a58-7297-423f-8410-66c59c69358a" providerId="AD" clId="Web-{347FB1A9-DF2F-D0B6-0690-ECF275798414}" dt="2022-01-13T01:40:47.283" v="611"/>
          <ac:picMkLst>
            <pc:docMk/>
            <pc:sldMk cId="3958245806" sldId="374"/>
            <ac:picMk id="5" creationId="{AB64752E-E40D-4094-B4F1-729AE38E250A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3T01:42:12.616" v="625" actId="14100"/>
          <ac:picMkLst>
            <pc:docMk/>
            <pc:sldMk cId="3958245806" sldId="374"/>
            <ac:picMk id="10" creationId="{91AE1FC4-8A5E-4046-BFB6-B0037A5C1AF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46:36.258" v="700" actId="20577"/>
        <pc:sldMkLst>
          <pc:docMk/>
          <pc:sldMk cId="2307568836" sldId="375"/>
        </pc:sldMkLst>
        <pc:spChg chg="add del mod">
          <ac:chgData name="Mohammad Dakhilallah Mohammad Alahmadi" userId="S::04100753@uj.edu.sa::9b436a58-7297-423f-8410-66c59c69358a" providerId="AD" clId="Web-{347FB1A9-DF2F-D0B6-0690-ECF275798414}" dt="2022-01-13T01:43:57.247" v="653"/>
          <ac:spMkLst>
            <pc:docMk/>
            <pc:sldMk cId="2307568836" sldId="375"/>
            <ac:spMk id="3" creationId="{46A5EB2B-008F-40D6-886E-C842475ED153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1:46:36.258" v="700" actId="20577"/>
          <ac:spMkLst>
            <pc:docMk/>
            <pc:sldMk cId="2307568836" sldId="375"/>
            <ac:spMk id="4" creationId="{5F0E68E1-5557-43C2-99DB-F8BB7493A7E6}"/>
          </ac:spMkLst>
        </pc:spChg>
        <pc:spChg chg="add del">
          <ac:chgData name="Mohammad Dakhilallah Mohammad Alahmadi" userId="S::04100753@uj.edu.sa::9b436a58-7297-423f-8410-66c59c69358a" providerId="AD" clId="Web-{347FB1A9-DF2F-D0B6-0690-ECF275798414}" dt="2022-01-13T01:44:22.279" v="661"/>
          <ac:spMkLst>
            <pc:docMk/>
            <pc:sldMk cId="2307568836" sldId="375"/>
            <ac:spMk id="5" creationId="{3F8826F5-7DA3-4B0F-B7EA-74C76ACAC1A1}"/>
          </ac:spMkLst>
        </pc:spChg>
        <pc:spChg chg="add del">
          <ac:chgData name="Mohammad Dakhilallah Mohammad Alahmadi" userId="S::04100753@uj.edu.sa::9b436a58-7297-423f-8410-66c59c69358a" providerId="AD" clId="Web-{347FB1A9-DF2F-D0B6-0690-ECF275798414}" dt="2022-01-13T01:44:19.857" v="660"/>
          <ac:spMkLst>
            <pc:docMk/>
            <pc:sldMk cId="2307568836" sldId="375"/>
            <ac:spMk id="7" creationId="{AF2ED2CB-FFAC-4023-9104-126DD1937A4F}"/>
          </ac:spMkLst>
        </pc:spChg>
        <pc:spChg chg="del mod">
          <ac:chgData name="Mohammad Dakhilallah Mohammad Alahmadi" userId="S::04100753@uj.edu.sa::9b436a58-7297-423f-8410-66c59c69358a" providerId="AD" clId="Web-{347FB1A9-DF2F-D0B6-0690-ECF275798414}" dt="2022-01-13T01:43:52.184" v="652"/>
          <ac:spMkLst>
            <pc:docMk/>
            <pc:sldMk cId="2307568836" sldId="375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43:44.543" v="649" actId="1076"/>
          <ac:spMkLst>
            <pc:docMk/>
            <pc:sldMk cId="2307568836" sldId="375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3T01:45:29.486" v="674" actId="14100"/>
          <ac:picMkLst>
            <pc:docMk/>
            <pc:sldMk cId="2307568836" sldId="375"/>
            <ac:picMk id="9" creationId="{A23EBC32-C129-462B-9413-C59D87CA5F7A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45:01.969" v="668"/>
          <ac:picMkLst>
            <pc:docMk/>
            <pc:sldMk cId="2307568836" sldId="375"/>
            <ac:picMk id="10" creationId="{91AE1FC4-8A5E-4046-BFB6-B0037A5C1AF2}"/>
          </ac:picMkLst>
        </pc:picChg>
      </pc:sldChg>
      <pc:sldChg chg="addSp delSp modSp add del replId">
        <pc:chgData name="Mohammad Dakhilallah Mohammad Alahmadi" userId="S::04100753@uj.edu.sa::9b436a58-7297-423f-8410-66c59c69358a" providerId="AD" clId="Web-{347FB1A9-DF2F-D0B6-0690-ECF275798414}" dt="2022-01-14T01:18:32.533" v="1011" actId="20577"/>
        <pc:sldMkLst>
          <pc:docMk/>
          <pc:sldMk cId="2581555751" sldId="376"/>
        </pc:sldMkLst>
        <pc:spChg chg="add mod">
          <ac:chgData name="Mohammad Dakhilallah Mohammad Alahmadi" userId="S::04100753@uj.edu.sa::9b436a58-7297-423f-8410-66c59c69358a" providerId="AD" clId="Web-{347FB1A9-DF2F-D0B6-0690-ECF275798414}" dt="2022-01-14T01:18:32.533" v="1011" actId="20577"/>
          <ac:spMkLst>
            <pc:docMk/>
            <pc:sldMk cId="2581555751" sldId="376"/>
            <ac:spMk id="2" creationId="{C8AAD7F0-1C16-464C-AED9-5AA8667B206D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4:14:41.088" v="799"/>
          <ac:spMkLst>
            <pc:docMk/>
            <pc:sldMk cId="2581555751" sldId="376"/>
            <ac:spMk id="3" creationId="{B5516554-A1BF-494D-BE0E-BC1BEDBBEBC0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4:14:41.088" v="799"/>
          <ac:spMkLst>
            <pc:docMk/>
            <pc:sldMk cId="2581555751" sldId="376"/>
            <ac:spMk id="4" creationId="{DC1DB259-8754-4CEA-B272-B26ACF7E969D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54:09.097" v="748"/>
          <ac:spMkLst>
            <pc:docMk/>
            <pc:sldMk cId="2581555751" sldId="376"/>
            <ac:spMk id="5" creationId="{83D1D056-A79C-4146-AB53-5D1CF7C9943F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2:56.689" v="786" actId="1076"/>
          <ac:spMkLst>
            <pc:docMk/>
            <pc:sldMk cId="2581555751" sldId="376"/>
            <ac:spMk id="7" creationId="{287EDF3A-FC57-4F37-BEBC-38CC0C007607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00.549" v="787" actId="1076"/>
          <ac:spMkLst>
            <pc:docMk/>
            <pc:sldMk cId="2581555751" sldId="376"/>
            <ac:spMk id="9" creationId="{F71805C7-3FAE-4F8B-9D1C-5A4B546A053F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29.722" v="791" actId="1076"/>
          <ac:spMkLst>
            <pc:docMk/>
            <pc:sldMk cId="2581555751" sldId="376"/>
            <ac:spMk id="10" creationId="{24188EDC-7DB5-462E-A265-35C8EC33A165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34.988" v="792" actId="1076"/>
          <ac:spMkLst>
            <pc:docMk/>
            <pc:sldMk cId="2581555751" sldId="376"/>
            <ac:spMk id="11" creationId="{BDC90233-2AF3-40CE-A228-428E63940934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40.395" v="793" actId="1076"/>
          <ac:spMkLst>
            <pc:docMk/>
            <pc:sldMk cId="2581555751" sldId="376"/>
            <ac:spMk id="12" creationId="{DD4B9524-ECD0-4CE0-B18C-9BAF900918FE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376" v="1004" actId="1076"/>
          <ac:spMkLst>
            <pc:docMk/>
            <pc:sldMk cId="2581555751" sldId="376"/>
            <ac:spMk id="22" creationId="{EC2F2277-B7E8-4131-8560-B6B3E910DD8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407" v="1005" actId="1076"/>
          <ac:spMkLst>
            <pc:docMk/>
            <pc:sldMk cId="2581555751" sldId="376"/>
            <ac:spMk id="24" creationId="{37C0D034-A33A-4363-A65B-64C71B4193F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423" v="1006" actId="1076"/>
          <ac:spMkLst>
            <pc:docMk/>
            <pc:sldMk cId="2581555751" sldId="376"/>
            <ac:spMk id="26" creationId="{297C4D9E-EA28-45B1-9767-4E63B4F8B74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470" v="1007" actId="1076"/>
          <ac:spMkLst>
            <pc:docMk/>
            <pc:sldMk cId="2581555751" sldId="376"/>
            <ac:spMk id="28" creationId="{B7E3501C-76E6-4EB1-B8E2-F5A09A6ACB94}"/>
          </ac:spMkLst>
        </pc:spChg>
        <pc:spChg chg="del mod">
          <ac:chgData name="Mohammad Dakhilallah Mohammad Alahmadi" userId="S::04100753@uj.edu.sa::9b436a58-7297-423f-8410-66c59c69358a" providerId="AD" clId="Web-{347FB1A9-DF2F-D0B6-0690-ECF275798414}" dt="2022-01-13T01:54:06.190" v="747"/>
          <ac:spMkLst>
            <pc:docMk/>
            <pc:sldMk cId="2581555751" sldId="376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47:13.260" v="721"/>
          <ac:picMkLst>
            <pc:docMk/>
            <pc:sldMk cId="2581555751" sldId="376"/>
            <ac:picMk id="3" creationId="{7117CF17-9F3D-4E25-A03D-CFE8B22637B4}"/>
          </ac:picMkLst>
        </pc:picChg>
        <pc:picChg chg="add del mod ord">
          <ac:chgData name="Mohammad Dakhilallah Mohammad Alahmadi" userId="S::04100753@uj.edu.sa::9b436a58-7297-423f-8410-66c59c69358a" providerId="AD" clId="Web-{347FB1A9-DF2F-D0B6-0690-ECF275798414}" dt="2022-01-13T04:14:38.916" v="798"/>
          <ac:picMkLst>
            <pc:docMk/>
            <pc:sldMk cId="2581555751" sldId="376"/>
            <ac:picMk id="5" creationId="{5A689140-616D-4521-BA3D-3366A0DA7937}"/>
          </ac:picMkLst>
        </pc:picChg>
      </pc:sldChg>
      <pc:sldChg chg="addSp modSp">
        <pc:chgData name="Mohammad Dakhilallah Mohammad Alahmadi" userId="S::04100753@uj.edu.sa::9b436a58-7297-423f-8410-66c59c69358a" providerId="AD" clId="Web-{347FB1A9-DF2F-D0B6-0690-ECF275798414}" dt="2022-01-14T01:16:45.031" v="997" actId="1076"/>
        <pc:sldMkLst>
          <pc:docMk/>
          <pc:sldMk cId="1282125747" sldId="378"/>
        </pc:sldMkLst>
        <pc:spChg chg="mod">
          <ac:chgData name="Mohammad Dakhilallah Mohammad Alahmadi" userId="S::04100753@uj.edu.sa::9b436a58-7297-423f-8410-66c59c69358a" providerId="AD" clId="Web-{347FB1A9-DF2F-D0B6-0690-ECF275798414}" dt="2022-01-14T01:10:11.227" v="925" actId="14100"/>
          <ac:spMkLst>
            <pc:docMk/>
            <pc:sldMk cId="1282125747" sldId="378"/>
            <ac:spMk id="2" creationId="{1D09CE62-4432-42B5-8683-6506A27CE24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19.852" v="926" actId="1076"/>
          <ac:spMkLst>
            <pc:docMk/>
            <pc:sldMk cId="1282125747" sldId="378"/>
            <ac:spMk id="4" creationId="{9CD84632-B743-4D03-805A-781162C6C947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41.321" v="931" actId="1076"/>
          <ac:spMkLst>
            <pc:docMk/>
            <pc:sldMk cId="1282125747" sldId="378"/>
            <ac:spMk id="5" creationId="{9C2220A3-9989-472D-9C49-CE4155C73385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44.650" v="932" actId="1076"/>
          <ac:spMkLst>
            <pc:docMk/>
            <pc:sldMk cId="1282125747" sldId="378"/>
            <ac:spMk id="7" creationId="{8798590E-7732-444C-A1C2-C652517C94E3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47.540" v="933" actId="1076"/>
          <ac:spMkLst>
            <pc:docMk/>
            <pc:sldMk cId="1282125747" sldId="378"/>
            <ac:spMk id="9" creationId="{73C5DD14-C34F-4A7B-A605-734534AF29C0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52.025" v="934" actId="1076"/>
          <ac:spMkLst>
            <pc:docMk/>
            <pc:sldMk cId="1282125747" sldId="378"/>
            <ac:spMk id="11" creationId="{136E534C-D640-4993-B380-FF00285CB672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0:11.227" v="924" actId="14100"/>
          <ac:spMkLst>
            <pc:docMk/>
            <pc:sldMk cId="1282125747" sldId="378"/>
            <ac:spMk id="13" creationId="{9BBD02E6-D219-4B36-911B-A0836301EC08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0:11.227" v="923" actId="14100"/>
          <ac:spMkLst>
            <pc:docMk/>
            <pc:sldMk cId="1282125747" sldId="378"/>
            <ac:spMk id="14" creationId="{F5DBC689-75F0-4792-96B4-22330A46501B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6:45.031" v="997" actId="1076"/>
          <ac:spMkLst>
            <pc:docMk/>
            <pc:sldMk cId="1282125747" sldId="378"/>
            <ac:spMk id="17" creationId="{11FD548D-2D34-4E00-9B0B-593895F39A00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0:11.227" v="922" actId="14100"/>
          <ac:spMkLst>
            <pc:docMk/>
            <pc:sldMk cId="1282125747" sldId="378"/>
            <ac:spMk id="22" creationId="{D4F4CE69-650A-42BC-B807-437964F41444}"/>
          </ac:spMkLst>
        </pc:spChg>
        <pc:inkChg chg="add">
          <ac:chgData name="Mohammad Dakhilallah Mohammad Alahmadi" userId="S::04100753@uj.edu.sa::9b436a58-7297-423f-8410-66c59c69358a" providerId="AD" clId="Web-{347FB1A9-DF2F-D0B6-0690-ECF275798414}" dt="2022-01-14T01:07:49.142" v="873"/>
          <ac:inkMkLst>
            <pc:docMk/>
            <pc:sldMk cId="1282125747" sldId="378"/>
            <ac:inkMk id="3" creationId="{C1C467FC-F4C5-421E-AC99-16332C700D25}"/>
          </ac:inkMkLst>
        </pc:inkChg>
      </pc:sldChg>
      <pc:sldChg chg="addSp delSp modSp">
        <pc:chgData name="Mohammad Dakhilallah Mohammad Alahmadi" userId="S::04100753@uj.edu.sa::9b436a58-7297-423f-8410-66c59c69358a" providerId="AD" clId="Web-{347FB1A9-DF2F-D0B6-0690-ECF275798414}" dt="2022-01-14T01:23:20.992" v="1079"/>
        <pc:sldMkLst>
          <pc:docMk/>
          <pc:sldMk cId="3168087689" sldId="383"/>
        </pc:sldMkLst>
        <pc:spChg chg="add del">
          <ac:chgData name="Mohammad Dakhilallah Mohammad Alahmadi" userId="S::04100753@uj.edu.sa::9b436a58-7297-423f-8410-66c59c69358a" providerId="AD" clId="Web-{347FB1A9-DF2F-D0B6-0690-ECF275798414}" dt="2022-01-14T00:36:44.959" v="803"/>
          <ac:spMkLst>
            <pc:docMk/>
            <pc:sldMk cId="3168087689" sldId="383"/>
            <ac:spMk id="2" creationId="{AE0FDE3B-04F7-48C0-8F84-31DBD3384D0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0:38:15.947" v="819"/>
          <ac:spMkLst>
            <pc:docMk/>
            <pc:sldMk cId="3168087689" sldId="383"/>
            <ac:spMk id="3" creationId="{FD03840D-C48C-43C9-B502-1670F76BACDB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20:49.801" v="1033" actId="1076"/>
          <ac:spMkLst>
            <pc:docMk/>
            <pc:sldMk cId="3168087689" sldId="383"/>
            <ac:spMk id="4" creationId="{292B6FF9-95BD-4878-A4F0-1B6BCF3AB85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287" v="1057" actId="1076"/>
          <ac:spMkLst>
            <pc:docMk/>
            <pc:sldMk cId="3168087689" sldId="383"/>
            <ac:spMk id="7" creationId="{287EDF3A-FC57-4F37-BEBC-38CC0C00760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03" v="1058" actId="1076"/>
          <ac:spMkLst>
            <pc:docMk/>
            <pc:sldMk cId="3168087689" sldId="383"/>
            <ac:spMk id="9" creationId="{F71805C7-3FAE-4F8B-9D1C-5A4B546A053F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18" v="1059" actId="1076"/>
          <ac:spMkLst>
            <pc:docMk/>
            <pc:sldMk cId="3168087689" sldId="383"/>
            <ac:spMk id="10" creationId="{24188EDC-7DB5-462E-A265-35C8EC33A16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34" v="1060" actId="1076"/>
          <ac:spMkLst>
            <pc:docMk/>
            <pc:sldMk cId="3168087689" sldId="383"/>
            <ac:spMk id="11" creationId="{BDC90233-2AF3-40CE-A228-428E63940934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65" v="1061" actId="1076"/>
          <ac:spMkLst>
            <pc:docMk/>
            <pc:sldMk cId="3168087689" sldId="383"/>
            <ac:spMk id="12" creationId="{DD4B9524-ECD0-4CE0-B18C-9BAF900918FE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065" v="1020" actId="1076"/>
          <ac:spMkLst>
            <pc:docMk/>
            <pc:sldMk cId="3168087689" sldId="383"/>
            <ac:spMk id="22" creationId="{EC2F2277-B7E8-4131-8560-B6B3E910DD8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081" v="1021" actId="1076"/>
          <ac:spMkLst>
            <pc:docMk/>
            <pc:sldMk cId="3168087689" sldId="383"/>
            <ac:spMk id="24" creationId="{37C0D034-A33A-4363-A65B-64C71B4193F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097" v="1022" actId="1076"/>
          <ac:spMkLst>
            <pc:docMk/>
            <pc:sldMk cId="3168087689" sldId="383"/>
            <ac:spMk id="26" creationId="{297C4D9E-EA28-45B1-9767-4E63B4F8B74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159" v="1023" actId="1076"/>
          <ac:spMkLst>
            <pc:docMk/>
            <pc:sldMk cId="3168087689" sldId="383"/>
            <ac:spMk id="28" creationId="{B7E3501C-76E6-4EB1-B8E2-F5A09A6ACB94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20:19.910" v="1026" actId="1076"/>
          <ac:spMkLst>
            <pc:docMk/>
            <pc:sldMk cId="3168087689" sldId="383"/>
            <ac:spMk id="29" creationId="{EE038203-FA67-4A19-8C4B-096B2DA9FEE8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20:39.144" v="1030" actId="1076"/>
          <ac:spMkLst>
            <pc:docMk/>
            <pc:sldMk cId="3168087689" sldId="383"/>
            <ac:spMk id="34" creationId="{65767550-7733-4385-AB90-A16CCDE74656}"/>
          </ac:spMkLst>
        </pc:spChg>
        <pc:inkChg chg="add">
          <ac:chgData name="Mohammad Dakhilallah Mohammad Alahmadi" userId="S::04100753@uj.edu.sa::9b436a58-7297-423f-8410-66c59c69358a" providerId="AD" clId="Web-{347FB1A9-DF2F-D0B6-0690-ECF275798414}" dt="2022-01-14T01:07:35.516" v="872"/>
          <ac:inkMkLst>
            <pc:docMk/>
            <pc:sldMk cId="3168087689" sldId="383"/>
            <ac:inkMk id="2" creationId="{0581F439-12FD-44C6-B097-9EB9E096A69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7"/>
          <ac:inkMkLst>
            <pc:docMk/>
            <pc:sldMk cId="3168087689" sldId="383"/>
            <ac:inkMk id="3" creationId="{84A70875-221B-427F-BFC5-62F8A6BCC929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07:54.282" v="875"/>
          <ac:inkMkLst>
            <pc:docMk/>
            <pc:sldMk cId="3168087689" sldId="383"/>
            <ac:inkMk id="5" creationId="{ECB7499B-8D62-4FD9-AF63-C674AF449961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6.209" v="888"/>
          <ac:inkMkLst>
            <pc:docMk/>
            <pc:sldMk cId="3168087689" sldId="383"/>
            <ac:inkMk id="8" creationId="{334D528C-F076-48CB-B909-1621B57087DE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1:27.607" v="844"/>
          <ac:inkMkLst>
            <pc:docMk/>
            <pc:sldMk cId="3168087689" sldId="383"/>
            <ac:inkMk id="13" creationId="{10B9045C-A661-45A4-AD0C-A69390DE3A94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6"/>
          <ac:inkMkLst>
            <pc:docMk/>
            <pc:sldMk cId="3168087689" sldId="383"/>
            <ac:inkMk id="13" creationId="{FD8D8DF0-6413-49C0-A3EB-FD904299BB4F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1:43.733" v="846"/>
          <ac:inkMkLst>
            <pc:docMk/>
            <pc:sldMk cId="3168087689" sldId="383"/>
            <ac:inkMk id="14" creationId="{C7919F02-78E2-4783-AD02-A415FC2825C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5"/>
          <ac:inkMkLst>
            <pc:docMk/>
            <pc:sldMk cId="3168087689" sldId="383"/>
            <ac:inkMk id="14" creationId="{E059905E-7D11-4D0B-9FE4-B50A24BED8BB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42"/>
          <ac:inkMkLst>
            <pc:docMk/>
            <pc:sldMk cId="3168087689" sldId="383"/>
            <ac:inkMk id="15" creationId="{4A040FFA-010B-4AC2-A6CC-AC9CA94A195C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2:12.530" v="849"/>
          <ac:inkMkLst>
            <pc:docMk/>
            <pc:sldMk cId="3168087689" sldId="383"/>
            <ac:inkMk id="16" creationId="{5C9F7094-5991-41D5-BAD6-8AA2EDE58837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4"/>
          <ac:inkMkLst>
            <pc:docMk/>
            <pc:sldMk cId="3168087689" sldId="383"/>
            <ac:inkMk id="16" creationId="{DEE27515-11C3-45A5-A45B-4CA6678B7817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41"/>
          <ac:inkMkLst>
            <pc:docMk/>
            <pc:sldMk cId="3168087689" sldId="383"/>
            <ac:inkMk id="17" creationId="{2F17125B-08F0-4EF9-A23C-E0B795A7FAFF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40"/>
          <ac:inkMkLst>
            <pc:docMk/>
            <pc:sldMk cId="3168087689" sldId="383"/>
            <ac:inkMk id="18" creationId="{93AB530F-4D87-47A0-9EE7-9BC2DD86849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3"/>
          <ac:inkMkLst>
            <pc:docMk/>
            <pc:sldMk cId="3168087689" sldId="383"/>
            <ac:inkMk id="19" creationId="{7EF914B8-6A67-4C5C-B131-F7F3054F9BE0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2:42.875" v="853"/>
          <ac:inkMkLst>
            <pc:docMk/>
            <pc:sldMk cId="3168087689" sldId="383"/>
            <ac:inkMk id="19" creationId="{8A9116DD-6F43-4257-B53F-B147BCB1374D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6.723" v="1037"/>
          <ac:inkMkLst>
            <pc:docMk/>
            <pc:sldMk cId="3168087689" sldId="383"/>
            <ac:inkMk id="21" creationId="{1275F917-667B-4DD5-8362-F88BABFEAB46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1:00.942" v="1044"/>
          <ac:inkMkLst>
            <pc:docMk/>
            <pc:sldMk cId="3168087689" sldId="383"/>
            <ac:inkMk id="23" creationId="{19EF0C3B-3CE9-4145-846A-3F4842B72CED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0:43:07.722" v="856"/>
          <ac:inkMkLst>
            <pc:docMk/>
            <pc:sldMk cId="3168087689" sldId="383"/>
            <ac:inkMk id="25" creationId="{F9109EC2-56FF-4CE5-B32D-C831024BB9B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3:19.316" v="858"/>
          <ac:inkMkLst>
            <pc:docMk/>
            <pc:sldMk cId="3168087689" sldId="383"/>
            <ac:inkMk id="27" creationId="{13801C6D-F723-4FD0-ADF8-057B764BEB7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2"/>
          <ac:inkMkLst>
            <pc:docMk/>
            <pc:sldMk cId="3168087689" sldId="383"/>
            <ac:inkMk id="27" creationId="{B4867715-DD41-491F-A7FE-BC656FAB7B3A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6.723" v="1036"/>
          <ac:inkMkLst>
            <pc:docMk/>
            <pc:sldMk cId="3168087689" sldId="383"/>
            <ac:inkMk id="30" creationId="{05C93CDB-620B-47F9-9BBB-CD298AF4EFDC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9.895" v="1043"/>
          <ac:inkMkLst>
            <pc:docMk/>
            <pc:sldMk cId="3168087689" sldId="383"/>
            <ac:inkMk id="31" creationId="{7E72E8E7-0499-46F5-899E-AAB7FB5EA04D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4.520" v="1034"/>
          <ac:inkMkLst>
            <pc:docMk/>
            <pc:sldMk cId="3168087689" sldId="383"/>
            <ac:inkMk id="32" creationId="{41266C9C-F23C-42A8-B88E-E206CAEEAC5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5.379" v="1035"/>
          <ac:inkMkLst>
            <pc:docMk/>
            <pc:sldMk cId="3168087689" sldId="383"/>
            <ac:inkMk id="33" creationId="{1CB3289C-A33E-44DE-A2A8-B4660494EA13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7.504" v="1038"/>
          <ac:inkMkLst>
            <pc:docMk/>
            <pc:sldMk cId="3168087689" sldId="383"/>
            <ac:inkMk id="35" creationId="{BA06D92B-E2CF-4BB4-AFAA-F0C6C559F2FA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39"/>
          <ac:inkMkLst>
            <pc:docMk/>
            <pc:sldMk cId="3168087689" sldId="383"/>
            <ac:inkMk id="36" creationId="{2839F6BA-F387-426C-8E5A-9D02BB457AD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4"/>
          <ac:inkMkLst>
            <pc:docMk/>
            <pc:sldMk cId="3168087689" sldId="383"/>
            <ac:inkMk id="37" creationId="{C0F1A867-C313-4FF4-AEDE-D954DEC019D7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3"/>
          <ac:inkMkLst>
            <pc:docMk/>
            <pc:sldMk cId="3168087689" sldId="383"/>
            <ac:inkMk id="38" creationId="{5729EFDA-4AA9-439A-8B02-2E4A6EEFDFD7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1:47.526" v="944"/>
          <ac:inkMkLst>
            <pc:docMk/>
            <pc:sldMk cId="3168087689" sldId="383"/>
            <ac:inkMk id="39" creationId="{27BD500C-B8C2-48A8-B533-F2547756488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2"/>
          <ac:inkMkLst>
            <pc:docMk/>
            <pc:sldMk cId="3168087689" sldId="383"/>
            <ac:inkMk id="40" creationId="{2D68C76B-4BAC-4FBA-8829-50C24756C90D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1"/>
          <ac:inkMkLst>
            <pc:docMk/>
            <pc:sldMk cId="3168087689" sldId="383"/>
            <ac:inkMk id="41" creationId="{4B759C5A-CC84-4535-92CA-E2A3D9F6E13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0"/>
          <ac:inkMkLst>
            <pc:docMk/>
            <pc:sldMk cId="3168087689" sldId="383"/>
            <ac:inkMk id="42" creationId="{3358064E-9B89-45C8-A85B-C642686EC8C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49"/>
          <ac:inkMkLst>
            <pc:docMk/>
            <pc:sldMk cId="3168087689" sldId="383"/>
            <ac:inkMk id="43" creationId="{57B509BC-C6BF-44DA-AD6D-F301FC08492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1:17.380" v="1046"/>
          <ac:inkMkLst>
            <pc:docMk/>
            <pc:sldMk cId="3168087689" sldId="383"/>
            <ac:inkMk id="44" creationId="{229D5F0B-1C0F-40F3-A4CC-6BD52AAAFB2B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1:52.100" v="1062"/>
          <ac:inkMkLst>
            <pc:docMk/>
            <pc:sldMk cId="3168087689" sldId="383"/>
            <ac:inkMk id="45" creationId="{0B228EE5-A66A-4222-9569-7DE1B632A3FF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1:54.334" v="1063"/>
          <ac:inkMkLst>
            <pc:docMk/>
            <pc:sldMk cId="3168087689" sldId="383"/>
            <ac:inkMk id="46" creationId="{18EF7270-ABF2-4559-B405-5548140A945F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09.491" v="1064"/>
          <ac:inkMkLst>
            <pc:docMk/>
            <pc:sldMk cId="3168087689" sldId="383"/>
            <ac:inkMk id="47" creationId="{0349E956-B47C-4AFF-B471-8D1C228CE167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12.053" v="1065"/>
          <ac:inkMkLst>
            <pc:docMk/>
            <pc:sldMk cId="3168087689" sldId="383"/>
            <ac:inkMk id="48" creationId="{D5C7BE3C-B69A-4388-BA8D-322975A4DE8C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23.616" v="1066"/>
          <ac:inkMkLst>
            <pc:docMk/>
            <pc:sldMk cId="3168087689" sldId="383"/>
            <ac:inkMk id="49" creationId="{66CD1E9E-3839-4B10-B964-204F97DFE32E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2:28.085" v="1068"/>
          <ac:inkMkLst>
            <pc:docMk/>
            <pc:sldMk cId="3168087689" sldId="383"/>
            <ac:inkMk id="50" creationId="{EA58726D-5FEB-4806-9045-623D1E50D6A6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32.147" v="1069"/>
          <ac:inkMkLst>
            <pc:docMk/>
            <pc:sldMk cId="3168087689" sldId="383"/>
            <ac:inkMk id="51" creationId="{72936D1C-DBBF-49C6-B986-2BF59D38325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2:48.679" v="1073"/>
          <ac:inkMkLst>
            <pc:docMk/>
            <pc:sldMk cId="3168087689" sldId="383"/>
            <ac:inkMk id="52" creationId="{15DEE356-8C1F-4D7A-B2A6-3F048794AAAE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2:48.085" v="1072"/>
          <ac:inkMkLst>
            <pc:docMk/>
            <pc:sldMk cId="3168087689" sldId="383"/>
            <ac:inkMk id="53" creationId="{4B8E1A6D-3574-4152-92CF-A8C920C4138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55.648" v="1074"/>
          <ac:inkMkLst>
            <pc:docMk/>
            <pc:sldMk cId="3168087689" sldId="383"/>
            <ac:inkMk id="54" creationId="{065978ED-BB5C-4D38-AFF9-97D0C92A02B6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57.929" v="1075"/>
          <ac:inkMkLst>
            <pc:docMk/>
            <pc:sldMk cId="3168087689" sldId="383"/>
            <ac:inkMk id="55" creationId="{8EB74171-3A31-4B61-A38A-C5713AD544CA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3:08.929" v="1076"/>
          <ac:inkMkLst>
            <pc:docMk/>
            <pc:sldMk cId="3168087689" sldId="383"/>
            <ac:inkMk id="56" creationId="{C834E361-9CD2-40CA-B9F2-861631CFCE76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3:14.273" v="1078"/>
          <ac:inkMkLst>
            <pc:docMk/>
            <pc:sldMk cId="3168087689" sldId="383"/>
            <ac:inkMk id="57" creationId="{69CB68E2-3A2A-481D-977D-BBE4F7A2E64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3:20.992" v="1079"/>
          <ac:inkMkLst>
            <pc:docMk/>
            <pc:sldMk cId="3168087689" sldId="383"/>
            <ac:inkMk id="58" creationId="{28DCEE45-A6EF-4641-821C-4B7D1CA67DDB}"/>
          </ac:inkMkLst>
        </pc:inkChg>
        <pc:cxnChg chg="add del mod">
          <ac:chgData name="Mohammad Dakhilallah Mohammad Alahmadi" userId="S::04100753@uj.edu.sa::9b436a58-7297-423f-8410-66c59c69358a" providerId="AD" clId="Web-{347FB1A9-DF2F-D0B6-0690-ECF275798414}" dt="2022-01-14T00:39:50.074" v="834"/>
          <ac:cxnSpMkLst>
            <pc:docMk/>
            <pc:sldMk cId="3168087689" sldId="383"/>
            <ac:cxnSpMk id="5" creationId="{C04B2D91-F0BE-4301-9EE9-E6FE17984FC3}"/>
          </ac:cxnSpMkLst>
        </pc:cxnChg>
        <pc:cxnChg chg="add del mod">
          <ac:chgData name="Mohammad Dakhilallah Mohammad Alahmadi" userId="S::04100753@uj.edu.sa::9b436a58-7297-423f-8410-66c59c69358a" providerId="AD" clId="Web-{347FB1A9-DF2F-D0B6-0690-ECF275798414}" dt="2022-01-14T00:40:59.653" v="842"/>
          <ac:cxnSpMkLst>
            <pc:docMk/>
            <pc:sldMk cId="3168087689" sldId="383"/>
            <ac:cxnSpMk id="8" creationId="{E12832E9-3762-4EF4-B81F-3ED636E2C554}"/>
          </ac:cxnSpMkLst>
        </pc:cxnChg>
      </pc:sldChg>
      <pc:sldChg chg="addSp delSp modSp">
        <pc:chgData name="Mohammad Dakhilallah Mohammad Alahmadi" userId="S::04100753@uj.edu.sa::9b436a58-7297-423f-8410-66c59c69358a" providerId="AD" clId="Web-{347FB1A9-DF2F-D0B6-0690-ECF275798414}" dt="2022-01-14T08:49:10.697" v="2024"/>
        <pc:sldMkLst>
          <pc:docMk/>
          <pc:sldMk cId="212204901" sldId="384"/>
        </pc:sldMkLst>
        <pc:spChg chg="add">
          <ac:chgData name="Mohammad Dakhilallah Mohammad Alahmadi" userId="S::04100753@uj.edu.sa::9b436a58-7297-423f-8410-66c59c69358a" providerId="AD" clId="Web-{347FB1A9-DF2F-D0B6-0690-ECF275798414}" dt="2022-01-14T01:11:08.197" v="935"/>
          <ac:spMkLst>
            <pc:docMk/>
            <pc:sldMk cId="212204901" sldId="384"/>
            <ac:spMk id="3" creationId="{35DF7208-4817-448D-AD2C-CD8AE4AEEDB8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12" v="936"/>
          <ac:spMkLst>
            <pc:docMk/>
            <pc:sldMk cId="212204901" sldId="384"/>
            <ac:spMk id="4" creationId="{3E384E7B-28EA-4883-990B-14812DFF82F1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12" v="937"/>
          <ac:spMkLst>
            <pc:docMk/>
            <pc:sldMk cId="212204901" sldId="384"/>
            <ac:spMk id="5" creationId="{2871F872-6BA4-4EDF-BD09-B9A8F11354E2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28" v="938"/>
          <ac:spMkLst>
            <pc:docMk/>
            <pc:sldMk cId="212204901" sldId="384"/>
            <ac:spMk id="8" creationId="{98DF64A4-5B49-4301-BEBE-8FBEA8C6A2B8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44" v="939"/>
          <ac:spMkLst>
            <pc:docMk/>
            <pc:sldMk cId="212204901" sldId="384"/>
            <ac:spMk id="10" creationId="{596C14EF-D0AC-4154-B8BA-C750AE08B6FE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8:49:10.697" v="2024"/>
          <ac:spMkLst>
            <pc:docMk/>
            <pc:sldMk cId="212204901" sldId="384"/>
            <ac:spMk id="18" creationId="{A56932DE-AE26-42CD-97D6-3047AD5C69C6}"/>
          </ac:spMkLst>
        </pc:spChg>
        <pc:inkChg chg="add">
          <ac:chgData name="Mohammad Dakhilallah Mohammad Alahmadi" userId="S::04100753@uj.edu.sa::9b436a58-7297-423f-8410-66c59c69358a" providerId="AD" clId="Web-{347FB1A9-DF2F-D0B6-0690-ECF275798414}" dt="2022-01-14T01:11:27.010" v="940"/>
          <ac:inkMkLst>
            <pc:docMk/>
            <pc:sldMk cId="212204901" sldId="384"/>
            <ac:inkMk id="12" creationId="{218DC05D-92F3-4E60-A881-88859918CB93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1:29.994" v="941"/>
          <ac:inkMkLst>
            <pc:docMk/>
            <pc:sldMk cId="212204901" sldId="384"/>
            <ac:inkMk id="17" creationId="{80722BE1-BFFC-4D50-BCAA-73E5290C4600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2:36.542" v="963"/>
          <ac:inkMkLst>
            <pc:docMk/>
            <pc:sldMk cId="212204901" sldId="384"/>
            <ac:inkMk id="20" creationId="{C56D9F2F-E854-4457-86BB-C1645F702CA0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2:31.776" v="962"/>
          <ac:inkMkLst>
            <pc:docMk/>
            <pc:sldMk cId="212204901" sldId="384"/>
            <ac:inkMk id="21" creationId="{889EDEE9-9B05-42E9-A3FB-FA0AB63ABC88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2:44.292" v="964"/>
          <ac:inkMkLst>
            <pc:docMk/>
            <pc:sldMk cId="212204901" sldId="384"/>
            <ac:inkMk id="23" creationId="{82E7513F-FDE6-425C-B5AF-8269A481787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2:47.370" v="965"/>
          <ac:inkMkLst>
            <pc:docMk/>
            <pc:sldMk cId="212204901" sldId="384"/>
            <ac:inkMk id="24" creationId="{E8E7E7A2-D312-4FAD-9724-53BC412EC97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3:22.481" v="971"/>
          <ac:inkMkLst>
            <pc:docMk/>
            <pc:sldMk cId="212204901" sldId="384"/>
            <ac:inkMk id="25" creationId="{43A3F687-45C0-4FE6-9C90-D2E6E308C1C2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3:08.433" v="968"/>
          <ac:inkMkLst>
            <pc:docMk/>
            <pc:sldMk cId="212204901" sldId="384"/>
            <ac:inkMk id="26" creationId="{1160A283-DDB0-4D87-B9EC-02C4D6FA7C4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3:19.949" v="970"/>
          <ac:inkMkLst>
            <pc:docMk/>
            <pc:sldMk cId="212204901" sldId="384"/>
            <ac:inkMk id="27" creationId="{7AF2D6B4-751F-46B9-8F7D-64423C189BE8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30.840" v="972"/>
          <ac:inkMkLst>
            <pc:docMk/>
            <pc:sldMk cId="212204901" sldId="384"/>
            <ac:inkMk id="28" creationId="{0A646F30-F62C-45D6-B191-BCA7186616FF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34.168" v="973"/>
          <ac:inkMkLst>
            <pc:docMk/>
            <pc:sldMk cId="212204901" sldId="384"/>
            <ac:inkMk id="29" creationId="{BB7E73D5-641A-4BE7-9CAC-3DD3577E49C4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51.497" v="974"/>
          <ac:inkMkLst>
            <pc:docMk/>
            <pc:sldMk cId="212204901" sldId="384"/>
            <ac:inkMk id="30" creationId="{6D5C7081-B0E6-4080-9341-27DFD88EE04D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54.091" v="975"/>
          <ac:inkMkLst>
            <pc:docMk/>
            <pc:sldMk cId="212204901" sldId="384"/>
            <ac:inkMk id="31" creationId="{A0C7871E-7563-4DBC-BF47-C26FCA580258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4:10.200" v="976"/>
          <ac:inkMkLst>
            <pc:docMk/>
            <pc:sldMk cId="212204901" sldId="384"/>
            <ac:inkMk id="32" creationId="{B76A7CDB-B130-43AE-BF59-7A10BA6129FE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4:12.544" v="977"/>
          <ac:inkMkLst>
            <pc:docMk/>
            <pc:sldMk cId="212204901" sldId="384"/>
            <ac:inkMk id="33" creationId="{5C368C00-A237-49CE-8113-8F5CDEB4DAE9}"/>
          </ac:inkMkLst>
        </pc:ink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1:33:48.253" v="1295" actId="1076"/>
        <pc:sldMkLst>
          <pc:docMk/>
          <pc:sldMk cId="3599405025" sldId="385"/>
        </pc:sldMkLst>
        <pc:spChg chg="mod">
          <ac:chgData name="Mohammad Dakhilallah Mohammad Alahmadi" userId="S::04100753@uj.edu.sa::9b436a58-7297-423f-8410-66c59c69358a" providerId="AD" clId="Web-{347FB1A9-DF2F-D0B6-0690-ECF275798414}" dt="2022-01-14T01:32:56.221" v="1290" actId="1076"/>
          <ac:spMkLst>
            <pc:docMk/>
            <pc:sldMk cId="3599405025" sldId="385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32:52.799" v="1289" actId="1076"/>
          <ac:spMkLst>
            <pc:docMk/>
            <pc:sldMk cId="3599405025" sldId="385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33:48.253" v="1295" actId="1076"/>
          <ac:picMkLst>
            <pc:docMk/>
            <pc:sldMk cId="3599405025" sldId="385"/>
            <ac:picMk id="7" creationId="{D79FF11E-01D8-45EA-BA0E-C03CEE0B39DD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32:57.440" v="1291"/>
          <ac:picMkLst>
            <pc:docMk/>
            <pc:sldMk cId="3599405025" sldId="385"/>
            <ac:picMk id="9" creationId="{A23EBC32-C129-462B-9413-C59D87CA5F7A}"/>
          </ac:picMkLst>
        </pc:picChg>
        <pc:inkChg chg="add">
          <ac:chgData name="Mohammad Dakhilallah Mohammad Alahmadi" userId="S::04100753@uj.edu.sa::9b436a58-7297-423f-8410-66c59c69358a" providerId="AD" clId="Web-{347FB1A9-DF2F-D0B6-0690-ECF275798414}" dt="2022-01-14T01:23:52.430" v="1080"/>
          <ac:inkMkLst>
            <pc:docMk/>
            <pc:sldMk cId="3599405025" sldId="385"/>
            <ac:inkMk id="2" creationId="{7993C8E0-2B61-479C-BAEC-33A930A70CB6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3:57.899" v="1083"/>
          <ac:inkMkLst>
            <pc:docMk/>
            <pc:sldMk cId="3599405025" sldId="385"/>
            <ac:inkMk id="3" creationId="{8C3B6CB5-4E3A-448F-8900-4DE074427D0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3:54.602" v="1082"/>
          <ac:inkMkLst>
            <pc:docMk/>
            <pc:sldMk cId="3599405025" sldId="385"/>
            <ac:inkMk id="5" creationId="{2B83FF16-6E2D-4CA0-B9C0-DF34E636EDDC}"/>
          </ac:inkMkLst>
        </pc:ink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3:10.877" v="1373" actId="1076"/>
        <pc:sldMkLst>
          <pc:docMk/>
          <pc:sldMk cId="1443717038" sldId="386"/>
        </pc:sldMkLst>
        <pc:spChg chg="mod">
          <ac:chgData name="Mohammad Dakhilallah Mohammad Alahmadi" userId="S::04100753@uj.edu.sa::9b436a58-7297-423f-8410-66c59c69358a" providerId="AD" clId="Web-{347FB1A9-DF2F-D0B6-0690-ECF275798414}" dt="2022-01-14T01:42:48.392" v="1368" actId="1076"/>
          <ac:spMkLst>
            <pc:docMk/>
            <pc:sldMk cId="1443717038" sldId="386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2:44.923" v="1367" actId="1076"/>
          <ac:spMkLst>
            <pc:docMk/>
            <pc:sldMk cId="1443717038" sldId="386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43:10.877" v="1373" actId="1076"/>
          <ac:picMkLst>
            <pc:docMk/>
            <pc:sldMk cId="1443717038" sldId="386"/>
            <ac:picMk id="3" creationId="{B66D1F3D-09EC-4718-ACA7-47BDA25FF005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41:40.344" v="1357"/>
          <ac:picMkLst>
            <pc:docMk/>
            <pc:sldMk cId="1443717038" sldId="386"/>
            <ac:picMk id="7" creationId="{D79FF11E-01D8-45EA-BA0E-C03CEE0B39DD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6:58.990" v="1510" actId="14100"/>
        <pc:sldMkLst>
          <pc:docMk/>
          <pc:sldMk cId="3015082322" sldId="387"/>
        </pc:sldMkLst>
        <pc:spChg chg="mod">
          <ac:chgData name="Mohammad Dakhilallah Mohammad Alahmadi" userId="S::04100753@uj.edu.sa::9b436a58-7297-423f-8410-66c59c69358a" providerId="AD" clId="Web-{347FB1A9-DF2F-D0B6-0690-ECF275798414}" dt="2022-01-14T01:46:24.162" v="1504" actId="14100"/>
          <ac:spMkLst>
            <pc:docMk/>
            <pc:sldMk cId="3015082322" sldId="387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6:20.099" v="1502" actId="1076"/>
          <ac:spMkLst>
            <pc:docMk/>
            <pc:sldMk cId="3015082322" sldId="387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4T01:46:08.099" v="1499"/>
          <ac:picMkLst>
            <pc:docMk/>
            <pc:sldMk cId="3015082322" sldId="387"/>
            <ac:picMk id="3" creationId="{B66D1F3D-09EC-4718-ACA7-47BDA25FF005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1:46:58.990" v="1510" actId="14100"/>
          <ac:picMkLst>
            <pc:docMk/>
            <pc:sldMk cId="3015082322" sldId="387"/>
            <ac:picMk id="7" creationId="{8BE84734-31CE-489A-B714-F8A439CF48D2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1:50:13.228" v="1584" actId="14100"/>
        <pc:sldMkLst>
          <pc:docMk/>
          <pc:sldMk cId="3324995554" sldId="388"/>
        </pc:sldMkLst>
        <pc:spChg chg="mod">
          <ac:chgData name="Mohammad Dakhilallah Mohammad Alahmadi" userId="S::04100753@uj.edu.sa::9b436a58-7297-423f-8410-66c59c69358a" providerId="AD" clId="Web-{347FB1A9-DF2F-D0B6-0690-ECF275798414}" dt="2022-01-14T01:49:50.431" v="1580" actId="20577"/>
          <ac:spMkLst>
            <pc:docMk/>
            <pc:sldMk cId="3324995554" sldId="388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7:47.694" v="1520" actId="20577"/>
          <ac:spMkLst>
            <pc:docMk/>
            <pc:sldMk cId="3324995554" sldId="388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50:13.228" v="1584" actId="14100"/>
          <ac:picMkLst>
            <pc:docMk/>
            <pc:sldMk cId="3324995554" sldId="388"/>
            <ac:picMk id="3" creationId="{C2230ECF-1F10-48C3-8D3F-5E8F880E0092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47:22.350" v="1515"/>
          <ac:picMkLst>
            <pc:docMk/>
            <pc:sldMk cId="3324995554" sldId="388"/>
            <ac:picMk id="7" creationId="{8BE84734-31CE-489A-B714-F8A439CF48D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52:36.950" v="1619" actId="1076"/>
        <pc:sldMkLst>
          <pc:docMk/>
          <pc:sldMk cId="2571566640" sldId="389"/>
        </pc:sldMkLst>
        <pc:spChg chg="del">
          <ac:chgData name="Mohammad Dakhilallah Mohammad Alahmadi" userId="S::04100753@uj.edu.sa::9b436a58-7297-423f-8410-66c59c69358a" providerId="AD" clId="Web-{347FB1A9-DF2F-D0B6-0690-ECF275798414}" dt="2022-01-14T01:52:27.996" v="1617"/>
          <ac:spMkLst>
            <pc:docMk/>
            <pc:sldMk cId="2571566640" sldId="389"/>
            <ac:spMk id="4" creationId="{5F0E68E1-5557-43C2-99DB-F8BB7493A7E6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1:52:31.762" v="1618"/>
          <ac:spMkLst>
            <pc:docMk/>
            <pc:sldMk cId="2571566640" sldId="389"/>
            <ac:spMk id="10" creationId="{63170CE7-4AA9-4C8D-9634-75D8725ABD6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52:36.950" v="1619" actId="1076"/>
          <ac:spMkLst>
            <pc:docMk/>
            <pc:sldMk cId="2571566640" sldId="389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52:22.356" v="1615" actId="1076"/>
          <ac:picMkLst>
            <pc:docMk/>
            <pc:sldMk cId="2571566640" sldId="389"/>
            <ac:picMk id="3" creationId="{1527B38D-F911-42C1-BE1D-61CE78832F5A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47:19.569" v="1514"/>
          <ac:picMkLst>
            <pc:docMk/>
            <pc:sldMk cId="2571566640" sldId="389"/>
            <ac:picMk id="7" creationId="{8BE84734-31CE-489A-B714-F8A439CF48D2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1:52:24.387" v="1616" actId="1076"/>
          <ac:picMkLst>
            <pc:docMk/>
            <pc:sldMk cId="2571566640" sldId="389"/>
            <ac:picMk id="8" creationId="{82B5FDAF-2B67-41A4-A255-41FBD14D7975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54:40.280" v="1677" actId="1076"/>
        <pc:sldMkLst>
          <pc:docMk/>
          <pc:sldMk cId="2569198315" sldId="390"/>
        </pc:sldMkLst>
        <pc:spChg chg="add mod">
          <ac:chgData name="Mohammad Dakhilallah Mohammad Alahmadi" userId="S::04100753@uj.edu.sa::9b436a58-7297-423f-8410-66c59c69358a" providerId="AD" clId="Web-{347FB1A9-DF2F-D0B6-0690-ECF275798414}" dt="2022-01-14T01:54:14.358" v="1670" actId="20577"/>
          <ac:spMkLst>
            <pc:docMk/>
            <pc:sldMk cId="2569198315" sldId="390"/>
            <ac:spMk id="4" creationId="{7D570DC1-B9F7-4620-81CD-92208575B96F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53:55.685" v="1647" actId="1076"/>
          <ac:spMkLst>
            <pc:docMk/>
            <pc:sldMk cId="2569198315" sldId="390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4T01:54:17.092" v="1672"/>
          <ac:picMkLst>
            <pc:docMk/>
            <pc:sldMk cId="2569198315" sldId="390"/>
            <ac:picMk id="3" creationId="{1527B38D-F911-42C1-BE1D-61CE78832F5A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1:54:40.280" v="1677" actId="1076"/>
          <ac:picMkLst>
            <pc:docMk/>
            <pc:sldMk cId="2569198315" sldId="390"/>
            <ac:picMk id="7" creationId="{1BAC001D-2157-40E1-B995-2959223268D0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54:16.061" v="1671"/>
          <ac:picMkLst>
            <pc:docMk/>
            <pc:sldMk cId="2569198315" sldId="390"/>
            <ac:picMk id="8" creationId="{82B5FDAF-2B67-41A4-A255-41FBD14D7975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2:05:50.432" v="1813"/>
        <pc:sldMkLst>
          <pc:docMk/>
          <pc:sldMk cId="3374848299" sldId="391"/>
        </pc:sldMkLst>
        <pc:spChg chg="add mod">
          <ac:chgData name="Mohammad Dakhilallah Mohammad Alahmadi" userId="S::04100753@uj.edu.sa::9b436a58-7297-423f-8410-66c59c69358a" providerId="AD" clId="Web-{347FB1A9-DF2F-D0B6-0690-ECF275798414}" dt="2022-01-14T02:05:28.698" v="1806" actId="1076"/>
          <ac:spMkLst>
            <pc:docMk/>
            <pc:sldMk cId="3374848299" sldId="391"/>
            <ac:spMk id="3" creationId="{98852857-2D57-4D12-A5C8-AEB1C47E110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2:05:21.744" v="1805" actId="14100"/>
          <ac:spMkLst>
            <pc:docMk/>
            <pc:sldMk cId="3374848299" sldId="391"/>
            <ac:spMk id="4" creationId="{DC1DB259-8754-4CEA-B272-B26ACF7E969D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5:50.432" v="1813"/>
          <ac:spMkLst>
            <pc:docMk/>
            <pc:sldMk cId="3374848299" sldId="391"/>
            <ac:spMk id="7" creationId="{3263EAC3-276A-42BA-8B2A-7C140456E62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2:03:09.351" v="1773" actId="1076"/>
          <ac:spMkLst>
            <pc:docMk/>
            <pc:sldMk cId="3374848299" sldId="391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4T01:56:34.969" v="1687"/>
          <ac:picMkLst>
            <pc:docMk/>
            <pc:sldMk cId="3374848299" sldId="391"/>
            <ac:picMk id="2" creationId="{2A232190-FF74-4408-A845-F05ABF922D72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2:04:46.947" v="1796" actId="1076"/>
          <ac:picMkLst>
            <pc:docMk/>
            <pc:sldMk cId="3374848299" sldId="391"/>
            <ac:picMk id="5" creationId="{4FF04A3F-9850-4DCB-88E1-6F295AD9DA0A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2:19:05.347" v="2022"/>
        <pc:sldMkLst>
          <pc:docMk/>
          <pc:sldMk cId="4099750407" sldId="392"/>
        </pc:sldMkLst>
        <pc:spChg chg="del">
          <ac:chgData name="Mohammad Dakhilallah Mohammad Alahmadi" userId="S::04100753@uj.edu.sa::9b436a58-7297-423f-8410-66c59c69358a" providerId="AD" clId="Web-{347FB1A9-DF2F-D0B6-0690-ECF275798414}" dt="2022-01-14T02:08:09.826" v="1819"/>
          <ac:spMkLst>
            <pc:docMk/>
            <pc:sldMk cId="4099750407" sldId="392"/>
            <ac:spMk id="3" creationId="{98852857-2D57-4D12-A5C8-AEB1C47E1106}"/>
          </ac:spMkLst>
        </pc:spChg>
        <pc:spChg chg="del mod">
          <ac:chgData name="Mohammad Dakhilallah Mohammad Alahmadi" userId="S::04100753@uj.edu.sa::9b436a58-7297-423f-8410-66c59c69358a" providerId="AD" clId="Web-{347FB1A9-DF2F-D0B6-0690-ECF275798414}" dt="2022-01-14T02:08:07.560" v="1818"/>
          <ac:spMkLst>
            <pc:docMk/>
            <pc:sldMk cId="4099750407" sldId="392"/>
            <ac:spMk id="4" creationId="{DC1DB259-8754-4CEA-B272-B26ACF7E969D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08:17.123" v="1821"/>
          <ac:spMkLst>
            <pc:docMk/>
            <pc:sldMk cId="4099750407" sldId="392"/>
            <ac:spMk id="8" creationId="{CE75996B-882F-435B-A0F3-60BC1412EF80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08:12.919" v="1820"/>
          <ac:spMkLst>
            <pc:docMk/>
            <pc:sldMk cId="4099750407" sldId="392"/>
            <ac:spMk id="10" creationId="{A01638C9-FFCF-414D-94A6-CBC1526D0F9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9:00.092" v="1835"/>
          <ac:spMkLst>
            <pc:docMk/>
            <pc:sldMk cId="4099750407" sldId="392"/>
            <ac:spMk id="12" creationId="{82E4A3F1-FF71-46ED-96E4-4DFAB6C300F7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9:34.827" v="1845"/>
          <ac:spMkLst>
            <pc:docMk/>
            <pc:sldMk cId="4099750407" sldId="392"/>
            <ac:spMk id="13" creationId="{5A305963-121A-49B9-9BB7-EF2F728192FD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9:58.796" v="1853"/>
          <ac:spMkLst>
            <pc:docMk/>
            <pc:sldMk cId="4099750407" sldId="392"/>
            <ac:spMk id="14" creationId="{8EB0AA1E-8B06-4961-A390-F0EE842CF7B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12:32.080" v="1900" actId="20577"/>
          <ac:spMkLst>
            <pc:docMk/>
            <pc:sldMk cId="4099750407" sldId="392"/>
            <ac:spMk id="16" creationId="{7F906A86-5D92-4295-A1A3-30A0E34E72D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18:30.655" v="2011" actId="14100"/>
          <ac:spMkLst>
            <pc:docMk/>
            <pc:sldMk cId="4099750407" sldId="392"/>
            <ac:spMk id="18" creationId="{FE2D5C4D-2DB6-4326-84FE-BDDBA735A71C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17:22.841" v="1983"/>
          <ac:spMkLst>
            <pc:docMk/>
            <pc:sldMk cId="4099750407" sldId="392"/>
            <ac:spMk id="21" creationId="{EF07CD1D-BCE5-4F97-9C68-BC096AD61692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18:55.858" v="2021"/>
          <ac:spMkLst>
            <pc:docMk/>
            <pc:sldMk cId="4099750407" sldId="392"/>
            <ac:spMk id="22" creationId="{FE07624B-DCAC-4E7A-8748-4A55CFE65D0C}"/>
          </ac:spMkLst>
        </pc:spChg>
        <pc:spChg chg="del">
          <ac:chgData name="Mohammad Dakhilallah Mohammad Alahmadi" userId="S::04100753@uj.edu.sa::9b436a58-7297-423f-8410-66c59c69358a" providerId="AD" clId="Web-{347FB1A9-DF2F-D0B6-0690-ECF275798414}" dt="2022-01-14T02:08:03.794" v="1815"/>
          <ac:spMkLst>
            <pc:docMk/>
            <pc:sldMk cId="4099750407" sldId="392"/>
            <ac:spMk id="17410" creationId="{00000000-0000-0000-0000-000000000000}"/>
          </ac:spMkLst>
        </pc:spChg>
        <pc:grpChg chg="add mod">
          <ac:chgData name="Mohammad Dakhilallah Mohammad Alahmadi" userId="S::04100753@uj.edu.sa::9b436a58-7297-423f-8410-66c59c69358a" providerId="AD" clId="Web-{347FB1A9-DF2F-D0B6-0690-ECF275798414}" dt="2022-01-14T02:10:36.062" v="1855" actId="1076"/>
          <ac:grpSpMkLst>
            <pc:docMk/>
            <pc:sldMk cId="4099750407" sldId="392"/>
            <ac:grpSpMk id="15" creationId="{AC1A4FA4-A4D6-4F1F-8A73-A6337B0EAF64}"/>
          </ac:grpSpMkLst>
        </pc:grpChg>
        <pc:grpChg chg="add">
          <ac:chgData name="Mohammad Dakhilallah Mohammad Alahmadi" userId="S::04100753@uj.edu.sa::9b436a58-7297-423f-8410-66c59c69358a" providerId="AD" clId="Web-{347FB1A9-DF2F-D0B6-0690-ECF275798414}" dt="2022-01-14T02:19:05.347" v="2022"/>
          <ac:grpSpMkLst>
            <pc:docMk/>
            <pc:sldMk cId="4099750407" sldId="392"/>
            <ac:grpSpMk id="23" creationId="{BB511544-AB18-4B01-85BD-68830100DDDB}"/>
          </ac:grpSpMkLst>
        </pc:grpChg>
        <pc:picChg chg="del">
          <ac:chgData name="Mohammad Dakhilallah Mohammad Alahmadi" userId="S::04100753@uj.edu.sa::9b436a58-7297-423f-8410-66c59c69358a" providerId="AD" clId="Web-{347FB1A9-DF2F-D0B6-0690-ECF275798414}" dt="2022-01-14T02:08:05.575" v="1816"/>
          <ac:picMkLst>
            <pc:docMk/>
            <pc:sldMk cId="4099750407" sldId="392"/>
            <ac:picMk id="5" creationId="{4FF04A3F-9850-4DCB-88E1-6F295AD9DA0A}"/>
          </ac:picMkLst>
        </pc:picChg>
        <pc:picChg chg="add del mod">
          <ac:chgData name="Mohammad Dakhilallah Mohammad Alahmadi" userId="S::04100753@uj.edu.sa::9b436a58-7297-423f-8410-66c59c69358a" providerId="AD" clId="Web-{347FB1A9-DF2F-D0B6-0690-ECF275798414}" dt="2022-01-14T02:11:29.251" v="1871"/>
          <ac:picMkLst>
            <pc:docMk/>
            <pc:sldMk cId="4099750407" sldId="392"/>
            <ac:picMk id="11" creationId="{89C94CA5-D7C8-459B-9240-19C7A1D7C8B8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2:18:42.452" v="2013" actId="1076"/>
          <ac:picMkLst>
            <pc:docMk/>
            <pc:sldMk cId="4099750407" sldId="392"/>
            <ac:picMk id="20" creationId="{C15223C2-4126-4C32-9F9A-CAE9899BAE0E}"/>
          </ac:picMkLst>
        </pc:picChg>
      </pc:sldChg>
      <pc:sldChg chg="add del replId">
        <pc:chgData name="Mohammad Dakhilallah Mohammad Alahmadi" userId="S::04100753@uj.edu.sa::9b436a58-7297-423f-8410-66c59c69358a" providerId="AD" clId="Web-{347FB1A9-DF2F-D0B6-0690-ECF275798414}" dt="2022-01-14T02:09:10.155" v="1837"/>
        <pc:sldMkLst>
          <pc:docMk/>
          <pc:sldMk cId="1405280355" sldId="393"/>
        </pc:sldMkLst>
      </pc:sldChg>
      <pc:sldChg chg="add del replId">
        <pc:chgData name="Mohammad Dakhilallah Mohammad Alahmadi" userId="S::04100753@uj.edu.sa::9b436a58-7297-423f-8410-66c59c69358a" providerId="AD" clId="Web-{347FB1A9-DF2F-D0B6-0690-ECF275798414}" dt="2022-01-14T02:09:16.436" v="1839"/>
        <pc:sldMkLst>
          <pc:docMk/>
          <pc:sldMk cId="2429232412" sldId="393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2:11:25.954" v="1870" actId="1076"/>
        <pc:sldMkLst>
          <pc:docMk/>
          <pc:sldMk cId="3599744147" sldId="393"/>
        </pc:sldMkLst>
        <pc:spChg chg="del">
          <ac:chgData name="Mohammad Dakhilallah Mohammad Alahmadi" userId="S::04100753@uj.edu.sa::9b436a58-7297-423f-8410-66c59c69358a" providerId="AD" clId="Web-{347FB1A9-DF2F-D0B6-0690-ECF275798414}" dt="2022-01-14T02:11:05.938" v="1863"/>
          <ac:spMkLst>
            <pc:docMk/>
            <pc:sldMk cId="3599744147" sldId="393"/>
            <ac:spMk id="4" creationId="{7D570DC1-B9F7-4620-81CD-92208575B96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11:08.485" v="1864"/>
          <ac:spMkLst>
            <pc:docMk/>
            <pc:sldMk cId="3599744147" sldId="393"/>
            <ac:spMk id="8" creationId="{8914C32F-8A60-4A00-8E87-91E954418180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2:11:15.891" v="1867" actId="1076"/>
          <ac:spMkLst>
            <pc:docMk/>
            <pc:sldMk cId="3599744147" sldId="393"/>
            <ac:spMk id="17410" creationId="{00000000-0000-0000-0000-000000000000}"/>
          </ac:spMkLst>
        </pc:spChg>
        <pc:grpChg chg="add mod">
          <ac:chgData name="Mohammad Dakhilallah Mohammad Alahmadi" userId="S::04100753@uj.edu.sa::9b436a58-7297-423f-8410-66c59c69358a" providerId="AD" clId="Web-{347FB1A9-DF2F-D0B6-0690-ECF275798414}" dt="2022-01-14T02:11:25.954" v="1870" actId="1076"/>
          <ac:grpSpMkLst>
            <pc:docMk/>
            <pc:sldMk cId="3599744147" sldId="393"/>
            <ac:grpSpMk id="9" creationId="{C6C33A0C-61B3-4D11-9F3F-E94215DB392A}"/>
          </ac:grpSpMkLst>
        </pc:grpChg>
        <pc:picChg chg="del">
          <ac:chgData name="Mohammad Dakhilallah Mohammad Alahmadi" userId="S::04100753@uj.edu.sa::9b436a58-7297-423f-8410-66c59c69358a" providerId="AD" clId="Web-{347FB1A9-DF2F-D0B6-0690-ECF275798414}" dt="2022-01-14T02:10:55.735" v="1857"/>
          <ac:picMkLst>
            <pc:docMk/>
            <pc:sldMk cId="3599744147" sldId="393"/>
            <ac:picMk id="7" creationId="{1BAC001D-2157-40E1-B995-2959223268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EBD20D-CDAA-C152-6957-669FB0C7F926}"/>
              </a:ext>
            </a:extLst>
          </p:cNvPr>
          <p:cNvSpPr>
            <a:spLocks noGrp="1" noChangeArrowheads="1"/>
          </p:cNvSpPr>
          <p:nvPr/>
        </p:nvSpPr>
        <p:spPr>
          <a:xfrm>
            <a:off x="381740" y="3183624"/>
            <a:ext cx="8380520" cy="1922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>
                <a:solidFill>
                  <a:schemeClr val="tx1"/>
                </a:solidFill>
              </a:rPr>
              <a:t>Chapter 1.1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Introduction to Software Construction</a:t>
            </a:r>
            <a:endParaRPr lang="en-US" altLang="en-US" b="1" dirty="0">
              <a:solidFill>
                <a:schemeClr val="tx1"/>
              </a:solidFill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862723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CB3F40D-EF74-71A0-3A29-E7613BA94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5640" y="1267761"/>
            <a:ext cx="4322067" cy="481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8">
            <a:extLst>
              <a:ext uri="{FF2B5EF4-FFF2-40B4-BE49-F238E27FC236}">
                <a16:creationId xmlns:a16="http://schemas.microsoft.com/office/drawing/2014/main" id="{1AA5A2DE-1E2B-1562-17DE-FCA8F15EC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1974" y="4025249"/>
            <a:ext cx="15144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loud Callout 9">
            <a:extLst>
              <a:ext uri="{FF2B5EF4-FFF2-40B4-BE49-F238E27FC236}">
                <a16:creationId xmlns:a16="http://schemas.microsoft.com/office/drawing/2014/main" id="{5D840C65-1DD1-AE21-B6F2-285A89F23F9F}"/>
              </a:ext>
            </a:extLst>
          </p:cNvPr>
          <p:cNvSpPr/>
          <p:nvPr/>
        </p:nvSpPr>
        <p:spPr>
          <a:xfrm>
            <a:off x="7165410" y="2614754"/>
            <a:ext cx="1752600" cy="1079713"/>
          </a:xfrm>
          <a:prstGeom prst="cloudCallout">
            <a:avLst>
              <a:gd name="adj1" fmla="val -41277"/>
              <a:gd name="adj2" fmla="val 86636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A Better version?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Cloud Callout 8">
            <a:extLst>
              <a:ext uri="{FF2B5EF4-FFF2-40B4-BE49-F238E27FC236}">
                <a16:creationId xmlns:a16="http://schemas.microsoft.com/office/drawing/2014/main" id="{185A8AD9-EF10-7BC5-2B89-39F98DDE03ED}"/>
              </a:ext>
            </a:extLst>
          </p:cNvPr>
          <p:cNvSpPr/>
          <p:nvPr/>
        </p:nvSpPr>
        <p:spPr>
          <a:xfrm>
            <a:off x="4854618" y="2711146"/>
            <a:ext cx="1752600" cy="1060450"/>
          </a:xfrm>
          <a:prstGeom prst="cloudCallout">
            <a:avLst>
              <a:gd name="adj1" fmla="val 47497"/>
              <a:gd name="adj2" fmla="val 8277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What is wrong?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Cloud Callout 7">
            <a:extLst>
              <a:ext uri="{FF2B5EF4-FFF2-40B4-BE49-F238E27FC236}">
                <a16:creationId xmlns:a16="http://schemas.microsoft.com/office/drawing/2014/main" id="{036E56C0-B7A0-3788-C026-5266919DA20D}"/>
              </a:ext>
            </a:extLst>
          </p:cNvPr>
          <p:cNvSpPr/>
          <p:nvPr/>
        </p:nvSpPr>
        <p:spPr>
          <a:xfrm>
            <a:off x="5290604" y="1345906"/>
            <a:ext cx="3097213" cy="1149350"/>
          </a:xfrm>
          <a:prstGeom prst="cloudCallout">
            <a:avLst>
              <a:gd name="adj1" fmla="val 1583"/>
              <a:gd name="adj2" fmla="val 169969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 What does this function do?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828559C-A6FC-49CD-77EF-DFDB01B3927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3667" y="1886284"/>
            <a:ext cx="7889875" cy="3483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30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83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46F605-CDDF-C3AE-6A94-70E3378FB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050" y="1597025"/>
            <a:ext cx="7889875" cy="4454525"/>
          </a:xfrm>
        </p:spPr>
        <p:txBody>
          <a:bodyPr/>
          <a:lstStyle/>
          <a:p>
            <a:r>
              <a:rPr lang="en-US" dirty="0"/>
              <a:t>.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FBD3489-92E7-0E06-EBDD-8158BCBB4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871663"/>
            <a:ext cx="868680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65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F3C7B8E-AEED-C409-D54A-04F26876579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488" y="1392904"/>
            <a:ext cx="7889875" cy="2036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55FF63D-158B-71C0-80BF-03101D8F8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429000"/>
            <a:ext cx="5943600" cy="30533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B9E9C526-D340-664C-56C9-F39A304AC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187" y="1069006"/>
            <a:ext cx="6905625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531BB91-09C6-98B7-32E6-92B030F1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747" y="876923"/>
            <a:ext cx="8492647" cy="5232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7262BE3-A316-7F3B-6950-0407DD9CA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136" y="987368"/>
            <a:ext cx="8381728" cy="478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B825058-B3A1-2029-813C-CD652E517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225" y="1187550"/>
            <a:ext cx="8617907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44638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B1D06-2091-0285-8FDF-6F68B08CC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884" y="1525842"/>
            <a:ext cx="8442828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4764F71-21C1-8EEA-81E8-245ED5583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547" y="1625226"/>
            <a:ext cx="8480406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040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489103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EB33261-DF8D-4A88-98F5-791E39400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47" y="1149605"/>
            <a:ext cx="8555563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3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3BEE5D0-B660-885C-838E-C2B1AB346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547" y="1936978"/>
            <a:ext cx="8605666" cy="260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9780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Clean Code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153453-7774-5865-2A6D-17A36482A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1113" y="947738"/>
            <a:ext cx="658177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3973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Reading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D4F2730-9F55-72B8-4D76-D372E87A4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1286" y="2184226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مربع نص 7">
            <a:extLst>
              <a:ext uri="{FF2B5EF4-FFF2-40B4-BE49-F238E27FC236}">
                <a16:creationId xmlns:a16="http://schemas.microsoft.com/office/drawing/2014/main" id="{0BA78A58-2C23-F039-919E-EDC71B9C6313}"/>
              </a:ext>
            </a:extLst>
          </p:cNvPr>
          <p:cNvSpPr txBox="1"/>
          <p:nvPr/>
        </p:nvSpPr>
        <p:spPr>
          <a:xfrm>
            <a:off x="-25640" y="904753"/>
            <a:ext cx="8217661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8640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700" dirty="0">
                <a:latin typeface="Arial"/>
                <a:ea typeface="ＭＳ Ｐゴシック" charset="-128"/>
                <a:cs typeface="Arial"/>
              </a:rPr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1992259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180</TotalTime>
  <Words>112</Words>
  <Application>Microsoft Office PowerPoint</Application>
  <PresentationFormat>On-screen Show (4:3)</PresentationFormat>
  <Paragraphs>47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Eurostile</vt:lpstr>
      <vt:lpstr>Times New Roman</vt:lpstr>
      <vt:lpstr>Wingdings</vt:lpstr>
      <vt:lpstr>Wingdings 3</vt:lpstr>
      <vt:lpstr>Theme CPIT 110</vt:lpstr>
      <vt:lpstr>Custom Design</vt:lpstr>
      <vt:lpstr>PowerPoint Presentation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19</cp:revision>
  <dcterms:created xsi:type="dcterms:W3CDTF">2019-06-07T16:06:41Z</dcterms:created>
  <dcterms:modified xsi:type="dcterms:W3CDTF">2023-08-27T16:29:44Z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