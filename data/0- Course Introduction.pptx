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17"/>
  </p:notesMasterIdLst>
  <p:sldIdLst>
    <p:sldId id="330" r:id="rId6"/>
    <p:sldId id="333" r:id="rId7"/>
    <p:sldId id="414" r:id="rId8"/>
    <p:sldId id="416" r:id="rId9"/>
    <p:sldId id="417" r:id="rId10"/>
    <p:sldId id="419" r:id="rId11"/>
    <p:sldId id="420" r:id="rId12"/>
    <p:sldId id="421" r:id="rId13"/>
    <p:sldId id="422" r:id="rId14"/>
    <p:sldId id="415" r:id="rId15"/>
    <p:sldId id="41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333"/>
            <p14:sldId id="414"/>
            <p14:sldId id="416"/>
            <p14:sldId id="417"/>
            <p14:sldId id="419"/>
            <p14:sldId id="420"/>
            <p14:sldId id="421"/>
            <p14:sldId id="422"/>
            <p14:sldId id="415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S::04100753@uj.edu.sa::9b436a58-7297-423f-8410-66c59c69358a" providerId="AD" clId="Web-{9D6369F2-68E7-F0B0-A142-2A5FAB16AA05}"/>
    <pc:docChg chg="modSld">
      <pc:chgData name="Mohammad Dakhilallah Mohammad Alahmadi" userId="S::04100753@uj.edu.sa::9b436a58-7297-423f-8410-66c59c69358a" providerId="AD" clId="Web-{9D6369F2-68E7-F0B0-A142-2A5FAB16AA05}" dt="2023-08-25T10:27:14.193" v="6" actId="1076"/>
      <pc:docMkLst>
        <pc:docMk/>
      </pc:docMkLst>
      <pc:sldChg chg="delSp modSp">
        <pc:chgData name="Mohammad Dakhilallah Mohammad Alahmadi" userId="S::04100753@uj.edu.sa::9b436a58-7297-423f-8410-66c59c69358a" providerId="AD" clId="Web-{9D6369F2-68E7-F0B0-A142-2A5FAB16AA05}" dt="2023-08-25T10:27:14.193" v="6" actId="1076"/>
        <pc:sldMkLst>
          <pc:docMk/>
          <pc:sldMk cId="0" sldId="330"/>
        </pc:sldMkLst>
      </pc:sldChg>
    </pc:docChg>
  </pc:docChgLst>
  <pc:docChgLst>
    <pc:chgData name="Mohammad Dakhilallah Mohammad Alahmadi" userId="9b436a58-7297-423f-8410-66c59c69358a" providerId="ADAL" clId="{6D7E01AF-C499-416F-8CB5-E10F54D8CED6}"/>
    <pc:docChg chg="delSld modSection">
      <pc:chgData name="Mohammad Dakhilallah Mohammad Alahmadi" userId="9b436a58-7297-423f-8410-66c59c69358a" providerId="ADAL" clId="{6D7E01AF-C499-416F-8CB5-E10F54D8CED6}" dt="2023-08-27T16:26:56.941" v="0" actId="47"/>
      <pc:docMkLst>
        <pc:docMk/>
      </pc:docMkLst>
      <pc:sldChg chg="del">
        <pc:chgData name="Mohammad Dakhilallah Mohammad Alahmadi" userId="9b436a58-7297-423f-8410-66c59c69358a" providerId="ADAL" clId="{6D7E01AF-C499-416F-8CB5-E10F54D8CED6}" dt="2023-08-27T16:26:56.941" v="0" actId="47"/>
        <pc:sldMkLst>
          <pc:docMk/>
          <pc:sldMk cId="2586610191" sldId="423"/>
        </pc:sldMkLst>
      </pc:sldChg>
    </pc:docChg>
  </pc:docChgLst>
  <pc:docChgLst>
    <pc:chgData clId="Web-{D06E7E73-82E1-1EE4-6130-E2D1D039963C}"/>
    <pc:docChg chg="modSld">
      <pc:chgData name="" userId="" providerId="" clId="Web-{D06E7E73-82E1-1EE4-6130-E2D1D039963C}" dt="2023-08-25T10:20:13.380" v="0" actId="20577"/>
      <pc:docMkLst>
        <pc:docMk/>
      </pc:docMkLst>
      <pc:sldChg chg="modSp">
        <pc:chgData name="" userId="" providerId="" clId="Web-{D06E7E73-82E1-1EE4-6130-E2D1D039963C}" dt="2023-08-25T10:20:13.380" v="0" actId="20577"/>
        <pc:sldMkLst>
          <pc:docMk/>
          <pc:sldMk cId="0" sldId="330"/>
        </pc:sldMkLst>
      </pc:sldChg>
    </pc:docChg>
  </pc:docChgLst>
  <pc:docChgLst>
    <pc:chgData name="Mohammad Dakhilallah Mohammad Alahmadi" userId="S::04100753@uj.edu.sa::9b436a58-7297-423f-8410-66c59c69358a" providerId="AD" clId="Web-{AE7E9058-848B-49B7-A03F-EB361C6A3477}"/>
    <pc:docChg chg="modSld">
      <pc:chgData name="Mohammad Dakhilallah Mohammad Alahmadi" userId="S::04100753@uj.edu.sa::9b436a58-7297-423f-8410-66c59c69358a" providerId="AD" clId="Web-{AE7E9058-848B-49B7-A03F-EB361C6A3477}" dt="2022-01-13T04:25:57.401" v="1"/>
      <pc:docMkLst>
        <pc:docMk/>
      </pc:docMkLst>
      <pc:sldChg chg="delSp modSp">
        <pc:chgData name="Mohammad Dakhilallah Mohammad Alahmadi" userId="S::04100753@uj.edu.sa::9b436a58-7297-423f-8410-66c59c69358a" providerId="AD" clId="Web-{AE7E9058-848B-49B7-A03F-EB361C6A3477}" dt="2022-01-13T04:25:57.401" v="1"/>
        <pc:sldMkLst>
          <pc:docMk/>
          <pc:sldMk cId="0" sldId="330"/>
        </pc:sldMkLst>
      </pc:sldChg>
    </pc:docChg>
  </pc:docChgLst>
  <pc:docChgLst>
    <pc:chgData clId="Web-{DB2675EA-5785-5A21-4969-B9DC442D97DC}"/>
    <pc:docChg chg="modSld">
      <pc:chgData name="" userId="" providerId="" clId="Web-{DB2675EA-5785-5A21-4969-B9DC442D97DC}" dt="2023-08-25T10:25:23.781" v="2"/>
      <pc:docMkLst>
        <pc:docMk/>
      </pc:docMkLst>
      <pc:sldChg chg="addSp delSp modSp">
        <pc:chgData name="" userId="" providerId="" clId="Web-{DB2675EA-5785-5A21-4969-B9DC442D97DC}" dt="2023-08-25T10:25:23.781" v="2"/>
        <pc:sldMkLst>
          <pc:docMk/>
          <pc:sldMk cId="0" sldId="330"/>
        </pc:sldMkLst>
      </pc:sldChg>
    </pc:docChg>
  </pc:docChgLst>
  <pc:docChgLst>
    <pc:chgData name="Mohammad Dakhilallah Mohammad Alahmadi" userId="S::04100753@uj.edu.sa::9b436a58-7297-423f-8410-66c59c69358a" providerId="AD" clId="Web-{8A9E9997-793C-77C3-FC2F-BE2E653033D0}"/>
    <pc:docChg chg="addSld delSld modSld sldOrd modSection">
      <pc:chgData name="Mohammad Dakhilallah Mohammad Alahmadi" userId="S::04100753@uj.edu.sa::9b436a58-7297-423f-8410-66c59c69358a" providerId="AD" clId="Web-{8A9E9997-793C-77C3-FC2F-BE2E653033D0}" dt="2022-01-13T05:16:55.363" v="706"/>
      <pc:docMkLst>
        <pc:docMk/>
      </pc:docMkLst>
      <pc:sldChg chg="addSp delSp">
        <pc:chgData name="Mohammad Dakhilallah Mohammad Alahmadi" userId="S::04100753@uj.edu.sa::9b436a58-7297-423f-8410-66c59c69358a" providerId="AD" clId="Web-{8A9E9997-793C-77C3-FC2F-BE2E653033D0}" dt="2022-01-13T05:15:32.592" v="689"/>
        <pc:sldMkLst>
          <pc:docMk/>
          <pc:sldMk cId="1445123838" sldId="366"/>
        </pc:sldMkLst>
      </pc:sldChg>
      <pc:sldChg chg="modSp">
        <pc:chgData name="Mohammad Dakhilallah Mohammad Alahmadi" userId="S::04100753@uj.edu.sa::9b436a58-7297-423f-8410-66c59c69358a" providerId="AD" clId="Web-{8A9E9997-793C-77C3-FC2F-BE2E653033D0}" dt="2022-01-13T04:53:46.754" v="477" actId="20577"/>
        <pc:sldMkLst>
          <pc:docMk/>
          <pc:sldMk cId="738462305" sldId="373"/>
        </pc:sldMkLst>
      </pc:sldChg>
      <pc:sldChg chg="modSp">
        <pc:chgData name="Mohammad Dakhilallah Mohammad Alahmadi" userId="S::04100753@uj.edu.sa::9b436a58-7297-423f-8410-66c59c69358a" providerId="AD" clId="Web-{8A9E9997-793C-77C3-FC2F-BE2E653033D0}" dt="2022-01-13T04:53:13.238" v="471" actId="20577"/>
        <pc:sldMkLst>
          <pc:docMk/>
          <pc:sldMk cId="3958245806" sldId="374"/>
        </pc:sldMkLst>
      </pc:sldChg>
      <pc:sldChg chg="modSp">
        <pc:chgData name="Mohammad Dakhilallah Mohammad Alahmadi" userId="S::04100753@uj.edu.sa::9b436a58-7297-423f-8410-66c59c69358a" providerId="AD" clId="Web-{8A9E9997-793C-77C3-FC2F-BE2E653033D0}" dt="2022-01-13T04:53:04.097" v="468" actId="20577"/>
        <pc:sldMkLst>
          <pc:docMk/>
          <pc:sldMk cId="2307568836" sldId="375"/>
        </pc:sldMkLst>
      </pc:sldChg>
      <pc:sldChg chg="addSp delSp modSp modNotes">
        <pc:chgData name="Mohammad Dakhilallah Mohammad Alahmadi" userId="S::04100753@uj.edu.sa::9b436a58-7297-423f-8410-66c59c69358a" providerId="AD" clId="Web-{8A9E9997-793C-77C3-FC2F-BE2E653033D0}" dt="2022-01-13T05:16:31.003" v="699" actId="1076"/>
        <pc:sldMkLst>
          <pc:docMk/>
          <pc:sldMk cId="2581555751" sldId="376"/>
        </pc:sldMkLst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4:48:57.843" v="378"/>
        <pc:sldMkLst>
          <pc:docMk/>
          <pc:sldMk cId="1987003231" sldId="377"/>
        </pc:sldMkLst>
      </pc:sldChg>
      <pc:sldChg chg="addSp delSp modSp add replId modNotes">
        <pc:chgData name="Mohammad Dakhilallah Mohammad Alahmadi" userId="S::04100753@uj.edu.sa::9b436a58-7297-423f-8410-66c59c69358a" providerId="AD" clId="Web-{8A9E9997-793C-77C3-FC2F-BE2E653033D0}" dt="2022-01-13T05:16:53.660" v="705" actId="1076"/>
        <pc:sldMkLst>
          <pc:docMk/>
          <pc:sldMk cId="1282125747" sldId="378"/>
        </pc:sldMkLst>
      </pc:sldChg>
      <pc:sldChg chg="add del replId">
        <pc:chgData name="Mohammad Dakhilallah Mohammad Alahmadi" userId="S::04100753@uj.edu.sa::9b436a58-7297-423f-8410-66c59c69358a" providerId="AD" clId="Web-{8A9E9997-793C-77C3-FC2F-BE2E653033D0}" dt="2022-01-13T04:07:19.930" v="11"/>
        <pc:sldMkLst>
          <pc:docMk/>
          <pc:sldMk cId="4198997245" sldId="378"/>
        </pc:sldMkLst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5:16:38.316" v="701"/>
        <pc:sldMkLst>
          <pc:docMk/>
          <pc:sldMk cId="1867563655" sldId="379"/>
        </pc:sldMkLst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4:58:09.196" v="525"/>
        <pc:sldMkLst>
          <pc:docMk/>
          <pc:sldMk cId="1253044130" sldId="380"/>
        </pc:sldMkLst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5:15:10.871" v="687"/>
        <pc:sldMkLst>
          <pc:docMk/>
          <pc:sldMk cId="2683062035" sldId="381"/>
        </pc:sldMkLst>
      </pc:sldChg>
      <pc:sldChg chg="addSp delSp modSp add replId">
        <pc:chgData name="Mohammad Dakhilallah Mohammad Alahmadi" userId="S::04100753@uj.edu.sa::9b436a58-7297-423f-8410-66c59c69358a" providerId="AD" clId="Web-{8A9E9997-793C-77C3-FC2F-BE2E653033D0}" dt="2022-01-13T05:12:55.759" v="667" actId="20577"/>
        <pc:sldMkLst>
          <pc:docMk/>
          <pc:sldMk cId="2147352522" sldId="382"/>
        </pc:sldMkLst>
      </pc:sldChg>
      <pc:sldChg chg="add del replId">
        <pc:chgData name="Mohammad Dakhilallah Mohammad Alahmadi" userId="S::04100753@uj.edu.sa::9b436a58-7297-423f-8410-66c59c69358a" providerId="AD" clId="Web-{8A9E9997-793C-77C3-FC2F-BE2E653033D0}" dt="2022-01-13T04:55:51.116" v="509"/>
        <pc:sldMkLst>
          <pc:docMk/>
          <pc:sldMk cId="400024747" sldId="383"/>
        </pc:sldMkLst>
      </pc:sldChg>
      <pc:sldChg chg="new del">
        <pc:chgData name="Mohammad Dakhilallah Mohammad Alahmadi" userId="S::04100753@uj.edu.sa::9b436a58-7297-423f-8410-66c59c69358a" providerId="AD" clId="Web-{8A9E9997-793C-77C3-FC2F-BE2E653033D0}" dt="2022-01-13T05:15:03.340" v="685"/>
        <pc:sldMkLst>
          <pc:docMk/>
          <pc:sldMk cId="2911033367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33.909" v="700"/>
        <pc:sldMkLst>
          <pc:docMk/>
          <pc:sldMk cId="3168087689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55.363" v="706"/>
        <pc:sldMkLst>
          <pc:docMk/>
          <pc:sldMk cId="212204901" sldId="384"/>
        </pc:sldMkLst>
      </pc:sldChg>
    </pc:docChg>
  </pc:docChgLst>
  <pc:docChgLst>
    <pc:chgData clId="Web-{9D6369F2-68E7-F0B0-A142-2A5FAB16AA05}"/>
    <pc:docChg chg="modSld">
      <pc:chgData name="" userId="" providerId="" clId="Web-{9D6369F2-68E7-F0B0-A142-2A5FAB16AA05}" dt="2023-08-25T10:26:39.020" v="1" actId="1076"/>
      <pc:docMkLst>
        <pc:docMk/>
      </pc:docMkLst>
      <pc:sldChg chg="modSp">
        <pc:chgData name="" userId="" providerId="" clId="Web-{9D6369F2-68E7-F0B0-A142-2A5FAB16AA05}" dt="2023-08-25T10:26:39.020" v="1" actId="1076"/>
        <pc:sldMkLst>
          <pc:docMk/>
          <pc:sldMk cId="0" sldId="330"/>
        </pc:sldMkLst>
      </pc:sldChg>
    </pc:docChg>
  </pc:docChgLst>
  <pc:docChgLst>
    <pc:chgData name="Mohammad Dakhilallah Mohammad Alahmadi" userId="S::04100753@uj.edu.sa::9b436a58-7297-423f-8410-66c59c69358a" providerId="AD" clId="Web-{B2C107CA-FF02-8FDA-9D17-46921C20BF23}"/>
    <pc:docChg chg="addSld modSld sldOrd modSection">
      <pc:chgData name="Mohammad Dakhilallah Mohammad Alahmadi" userId="S::04100753@uj.edu.sa::9b436a58-7297-423f-8410-66c59c69358a" providerId="AD" clId="Web-{B2C107CA-FF02-8FDA-9D17-46921C20BF23}" dt="2022-01-14T20:31:21.161" v="51" actId="20577"/>
      <pc:docMkLst>
        <pc:docMk/>
      </pc:docMkLst>
      <pc:sldChg chg="add ord replId">
        <pc:chgData name="Mohammad Dakhilallah Mohammad Alahmadi" userId="S::04100753@uj.edu.sa::9b436a58-7297-423f-8410-66c59c69358a" providerId="AD" clId="Web-{B2C107CA-FF02-8FDA-9D17-46921C20BF23}" dt="2022-01-14T20:23:59.541" v="1"/>
        <pc:sldMkLst>
          <pc:docMk/>
          <pc:sldMk cId="2609752589" sldId="394"/>
        </pc:sldMkLst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28:02.937" v="17" actId="1076"/>
        <pc:sldMkLst>
          <pc:docMk/>
          <pc:sldMk cId="1079161102" sldId="395"/>
        </pc:sldMkLst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31:21.161" v="51" actId="20577"/>
        <pc:sldMkLst>
          <pc:docMk/>
          <pc:sldMk cId="2913624194" sldId="396"/>
        </pc:sldMkLst>
      </pc:sldChg>
    </pc:docChg>
  </pc:docChgLst>
  <pc:docChgLst>
    <pc:chgData name="Mohammad Dakhilallah Mohammad Alahmadi" userId="S::04100753@uj.edu.sa::9b436a58-7297-423f-8410-66c59c69358a" providerId="AD" clId="Web-{904CB7E6-CA6C-7D41-0FCA-B3474CB858E3}"/>
    <pc:docChg chg="modSld">
      <pc:chgData name="Mohammad Dakhilallah Mohammad Alahmadi" userId="S::04100753@uj.edu.sa::9b436a58-7297-423f-8410-66c59c69358a" providerId="AD" clId="Web-{904CB7E6-CA6C-7D41-0FCA-B3474CB858E3}" dt="2022-08-28T10:44:28.421" v="317" actId="20577"/>
      <pc:docMkLst>
        <pc:docMk/>
      </pc:docMkLst>
      <pc:sldChg chg="modSp">
        <pc:chgData name="Mohammad Dakhilallah Mohammad Alahmadi" userId="S::04100753@uj.edu.sa::9b436a58-7297-423f-8410-66c59c69358a" providerId="AD" clId="Web-{904CB7E6-CA6C-7D41-0FCA-B3474CB858E3}" dt="2022-08-28T10:38:31.040" v="0" actId="20577"/>
        <pc:sldMkLst>
          <pc:docMk/>
          <pc:sldMk cId="0" sldId="330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0:07.311" v="75"/>
        <pc:sldMkLst>
          <pc:docMk/>
          <pc:sldMk cId="710246750" sldId="404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1:33.051" v="111" actId="20577"/>
        <pc:sldMkLst>
          <pc:docMk/>
          <pc:sldMk cId="1865205889" sldId="407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2:10.428" v="113" actId="20577"/>
        <pc:sldMkLst>
          <pc:docMk/>
          <pc:sldMk cId="1114942595" sldId="408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3:56.309" v="292" actId="20577"/>
        <pc:sldMkLst>
          <pc:docMk/>
          <pc:sldMk cId="500051477" sldId="409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3:34.245" v="288" actId="20577"/>
        <pc:sldMkLst>
          <pc:docMk/>
          <pc:sldMk cId="3714549902" sldId="410"/>
        </pc:sldMkLst>
      </pc:sldChg>
      <pc:sldChg chg="modSp">
        <pc:chgData name="Mohammad Dakhilallah Mohammad Alahmadi" userId="S::04100753@uj.edu.sa::9b436a58-7297-423f-8410-66c59c69358a" providerId="AD" clId="Web-{904CB7E6-CA6C-7D41-0FCA-B3474CB858E3}" dt="2022-08-28T10:44:28.421" v="317" actId="20577"/>
        <pc:sldMkLst>
          <pc:docMk/>
          <pc:sldMk cId="3604652028" sldId="411"/>
        </pc:sldMkLst>
      </pc:sldChg>
    </pc:docChg>
  </pc:docChgLst>
  <pc:docChgLst>
    <pc:chgData name="Mohammad Dakhilallah Mohammad Alahmadi" userId="S::04100753@uj.edu.sa::9b436a58-7297-423f-8410-66c59c69358a" providerId="AD" clId="Web-{AD3F4FDB-B8A5-655A-E9D3-449317774BA1}"/>
    <pc:docChg chg="addSld delSld modSld sldOrd modSection">
      <pc:chgData name="Mohammad Dakhilallah Mohammad Alahmadi" userId="S::04100753@uj.edu.sa::9b436a58-7297-423f-8410-66c59c69358a" providerId="AD" clId="Web-{AD3F4FDB-B8A5-655A-E9D3-449317774BA1}" dt="2022-01-14T21:36:47.361" v="608"/>
      <pc:docMkLst>
        <pc:docMk/>
      </pc:docMkLst>
      <pc:sldChg chg="modSp">
        <pc:chgData name="Mohammad Dakhilallah Mohammad Alahmadi" userId="S::04100753@uj.edu.sa::9b436a58-7297-423f-8410-66c59c69358a" providerId="AD" clId="Web-{AD3F4FDB-B8A5-655A-E9D3-449317774BA1}" dt="2022-01-14T21:00:03.034" v="456" actId="1076"/>
        <pc:sldMkLst>
          <pc:docMk/>
          <pc:sldMk cId="0" sldId="333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10:46.242" v="482" actId="1076"/>
        <pc:sldMkLst>
          <pc:docMk/>
          <pc:sldMk cId="1687645417" sldId="355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21:30.086" v="511" actId="1076"/>
        <pc:sldMkLst>
          <pc:docMk/>
          <pc:sldMk cId="4083632314" sldId="361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0:35.866" v="505" actId="1076"/>
        <pc:sldMkLst>
          <pc:docMk/>
          <pc:sldMk cId="3487148623" sldId="363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17:04.392" v="493" actId="1076"/>
        <pc:sldMkLst>
          <pc:docMk/>
          <pc:sldMk cId="1353233220" sldId="364"/>
        </pc:sldMkLst>
      </pc:sldChg>
      <pc:sldChg chg="addSp">
        <pc:chgData name="Mohammad Dakhilallah Mohammad Alahmadi" userId="S::04100753@uj.edu.sa::9b436a58-7297-423f-8410-66c59c69358a" providerId="AD" clId="Web-{AD3F4FDB-B8A5-655A-E9D3-449317774BA1}" dt="2022-01-14T21:21:04.570" v="506"/>
        <pc:sldMkLst>
          <pc:docMk/>
          <pc:sldMk cId="1445123838" sldId="366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1:21.023" v="510" actId="1076"/>
        <pc:sldMkLst>
          <pc:docMk/>
          <pc:sldMk cId="339567192" sldId="367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1:48.323" v="515"/>
        <pc:sldMkLst>
          <pc:docMk/>
          <pc:sldMk cId="4160360724" sldId="368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3:37.607" v="521" actId="1076"/>
        <pc:sldMkLst>
          <pc:docMk/>
          <pc:sldMk cId="738462305" sldId="373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5:04.202" v="527" actId="1076"/>
        <pc:sldMkLst>
          <pc:docMk/>
          <pc:sldMk cId="3958245806" sldId="374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5:37.563" v="531" actId="1076"/>
        <pc:sldMkLst>
          <pc:docMk/>
          <pc:sldMk cId="2307568836" sldId="375"/>
        </pc:sldMkLst>
      </pc:sldChg>
      <pc:sldChg chg="addSp delSp modSp ord">
        <pc:chgData name="Mohammad Dakhilallah Mohammad Alahmadi" userId="S::04100753@uj.edu.sa::9b436a58-7297-423f-8410-66c59c69358a" providerId="AD" clId="Web-{AD3F4FDB-B8A5-655A-E9D3-449317774BA1}" dt="2022-01-14T20:56:59.869" v="425"/>
        <pc:sldMkLst>
          <pc:docMk/>
          <pc:sldMk cId="1253044130" sldId="380"/>
        </pc:sldMkLst>
      </pc:sldChg>
      <pc:sldChg chg="del">
        <pc:chgData name="Mohammad Dakhilallah Mohammad Alahmadi" userId="S::04100753@uj.edu.sa::9b436a58-7297-423f-8410-66c59c69358a" providerId="AD" clId="Web-{AD3F4FDB-B8A5-655A-E9D3-449317774BA1}" dt="2022-01-14T21:36:45.611" v="607"/>
        <pc:sldMkLst>
          <pc:docMk/>
          <pc:sldMk cId="2683062035" sldId="381"/>
        </pc:sldMkLst>
      </pc:sldChg>
      <pc:sldChg chg="del">
        <pc:chgData name="Mohammad Dakhilallah Mohammad Alahmadi" userId="S::04100753@uj.edu.sa::9b436a58-7297-423f-8410-66c59c69358a" providerId="AD" clId="Web-{AD3F4FDB-B8A5-655A-E9D3-449317774BA1}" dt="2022-01-14T21:36:47.361" v="608"/>
        <pc:sldMkLst>
          <pc:docMk/>
          <pc:sldMk cId="2147352522" sldId="382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3:00.058" v="589" actId="1076"/>
        <pc:sldMkLst>
          <pc:docMk/>
          <pc:sldMk cId="3599405025" sldId="385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7:44.253" v="541" actId="1076"/>
        <pc:sldMkLst>
          <pc:docMk/>
          <pc:sldMk cId="1443717038" sldId="386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8:02.363" v="545"/>
        <pc:sldMkLst>
          <pc:docMk/>
          <pc:sldMk cId="3015082322" sldId="387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8:29.489" v="550" actId="1076"/>
        <pc:sldMkLst>
          <pc:docMk/>
          <pc:sldMk cId="3324995554" sldId="388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29:38.709" v="566" actId="1076"/>
        <pc:sldMkLst>
          <pc:docMk/>
          <pc:sldMk cId="2571566640" sldId="389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30:24.257" v="573" actId="1076"/>
        <pc:sldMkLst>
          <pc:docMk/>
          <pc:sldMk cId="2569198315" sldId="390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2:15.166" v="586" actId="14100"/>
        <pc:sldMkLst>
          <pc:docMk/>
          <pc:sldMk cId="3599744147" sldId="393"/>
        </pc:sldMkLst>
      </pc:sldChg>
      <pc:sldChg chg="del">
        <pc:chgData name="Mohammad Dakhilallah Mohammad Alahmadi" userId="S::04100753@uj.edu.sa::9b436a58-7297-423f-8410-66c59c69358a" providerId="AD" clId="Web-{AD3F4FDB-B8A5-655A-E9D3-449317774BA1}" dt="2022-01-14T20:41:08.753" v="224"/>
        <pc:sldMkLst>
          <pc:docMk/>
          <pc:sldMk cId="2609752589" sldId="394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35:00.671" v="595" actId="1076"/>
        <pc:sldMkLst>
          <pc:docMk/>
          <pc:sldMk cId="1079161102" sldId="395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35:12.530" v="598" actId="1076"/>
        <pc:sldMkLst>
          <pc:docMk/>
          <pc:sldMk cId="2913624194" sldId="396"/>
        </pc:sldMkLst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6:33.167" v="156" actId="1076"/>
        <pc:sldMkLst>
          <pc:docMk/>
          <pc:sldMk cId="4080639230" sldId="397"/>
        </pc:sldMkLst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7:50.169" v="188" actId="1076"/>
        <pc:sldMkLst>
          <pc:docMk/>
          <pc:sldMk cId="947874007" sldId="398"/>
        </pc:sldMkLst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50:11.654" v="334" actId="20577"/>
        <pc:sldMkLst>
          <pc:docMk/>
          <pc:sldMk cId="1974623767" sldId="399"/>
        </pc:sldMkLst>
      </pc:sldChg>
      <pc:sldChg chg="addSp delSp modSp add ord replId">
        <pc:chgData name="Mohammad Dakhilallah Mohammad Alahmadi" userId="S::04100753@uj.edu.sa::9b436a58-7297-423f-8410-66c59c69358a" providerId="AD" clId="Web-{AD3F4FDB-B8A5-655A-E9D3-449317774BA1}" dt="2022-01-14T21:36:42.611" v="606" actId="1076"/>
        <pc:sldMkLst>
          <pc:docMk/>
          <pc:sldMk cId="1082078191" sldId="400"/>
        </pc:sldMkLst>
      </pc:sldChg>
    </pc:docChg>
  </pc:docChgLst>
  <pc:docChgLst>
    <pc:chgData name="Mohammad Dakhilallah Mohammad Alahmadi" userId="S::04100753@uj.edu.sa::9b436a58-7297-423f-8410-66c59c69358a" providerId="AD" clId="Web-{1C2D8119-FA68-B13B-5775-A8CAA67E8749}"/>
    <pc:docChg chg="modSld">
      <pc:chgData name="Mohammad Dakhilallah Mohammad Alahmadi" userId="S::04100753@uj.edu.sa::9b436a58-7297-423f-8410-66c59c69358a" providerId="AD" clId="Web-{1C2D8119-FA68-B13B-5775-A8CAA67E8749}" dt="2023-08-25T12:25:28.652" v="175" actId="1076"/>
      <pc:docMkLst>
        <pc:docMk/>
      </pc:docMkLst>
      <pc:sldChg chg="addSp delSp modSp">
        <pc:chgData name="Mohammad Dakhilallah Mohammad Alahmadi" userId="S::04100753@uj.edu.sa::9b436a58-7297-423f-8410-66c59c69358a" providerId="AD" clId="Web-{1C2D8119-FA68-B13B-5775-A8CAA67E8749}" dt="2023-08-25T12:25:28.652" v="175" actId="1076"/>
        <pc:sldMkLst>
          <pc:docMk/>
          <pc:sldMk cId="3810758988" sldId="421"/>
        </pc:sldMkLst>
      </pc:sldChg>
    </pc:docChg>
  </pc:docChgLst>
  <pc:docChgLst>
    <pc:chgData name="Mohammad Dakhilallah Mohammad Alahmadi" userId="S::04100753@uj.edu.sa::9b436a58-7297-423f-8410-66c59c69358a" providerId="AD" clId="Web-{347FB1A9-DF2F-D0B6-0690-ECF275798414}"/>
    <pc:docChg chg="addSld delSld modSld sldOrd modSection">
      <pc:chgData name="Mohammad Dakhilallah Mohammad Alahmadi" userId="S::04100753@uj.edu.sa::9b436a58-7297-423f-8410-66c59c69358a" providerId="AD" clId="Web-{347FB1A9-DF2F-D0B6-0690-ECF275798414}" dt="2022-01-14T08:49:10.697" v="2024"/>
      <pc:docMkLst>
        <pc:docMk/>
      </pc:docMkLst>
      <pc:sldChg chg="addSp delSp modSp">
        <pc:chgData name="Mohammad Dakhilallah Mohammad Alahmadi" userId="S::04100753@uj.edu.sa::9b436a58-7297-423f-8410-66c59c69358a" providerId="AD" clId="Web-{347FB1A9-DF2F-D0B6-0690-ECF275798414}" dt="2022-01-12T16:34:47.038" v="52"/>
        <pc:sldMkLst>
          <pc:docMk/>
          <pc:sldMk cId="0" sldId="288"/>
        </pc:sldMkLst>
      </pc:sldChg>
      <pc:sldChg chg="modSp">
        <pc:chgData name="Mohammad Dakhilallah Mohammad Alahmadi" userId="S::04100753@uj.edu.sa::9b436a58-7297-423f-8410-66c59c69358a" providerId="AD" clId="Web-{347FB1A9-DF2F-D0B6-0690-ECF275798414}" dt="2022-01-12T16:45:07.150" v="219" actId="1076"/>
        <pc:sldMkLst>
          <pc:docMk/>
          <pc:sldMk cId="0" sldId="334"/>
        </pc:sldMkLst>
      </pc:sldChg>
      <pc:sldChg chg="modSp">
        <pc:chgData name="Mohammad Dakhilallah Mohammad Alahmadi" userId="S::04100753@uj.edu.sa::9b436a58-7297-423f-8410-66c59c69358a" providerId="AD" clId="Web-{347FB1A9-DF2F-D0B6-0690-ECF275798414}" dt="2022-01-12T16:45:00.275" v="218" actId="1076"/>
        <pc:sldMkLst>
          <pc:docMk/>
          <pc:sldMk cId="1687645417" sldId="355"/>
        </pc:sldMkLst>
      </pc:sldChg>
      <pc:sldChg chg="new del">
        <pc:chgData name="Mohammad Dakhilallah Mohammad Alahmadi" userId="S::04100753@uj.edu.sa::9b436a58-7297-423f-8410-66c59c69358a" providerId="AD" clId="Web-{347FB1A9-DF2F-D0B6-0690-ECF275798414}" dt="2022-01-12T16:39:47.781" v="159"/>
        <pc:sldMkLst>
          <pc:docMk/>
          <pc:sldMk cId="375535472" sldId="365"/>
        </pc:sldMkLst>
      </pc:sldChg>
      <pc:sldChg chg="new del">
        <pc:chgData name="Mohammad Dakhilallah Mohammad Alahmadi" userId="S::04100753@uj.edu.sa::9b436a58-7297-423f-8410-66c59c69358a" providerId="AD" clId="Web-{347FB1A9-DF2F-D0B6-0690-ECF275798414}" dt="2022-01-12T16:39:56.094" v="162"/>
        <pc:sldMkLst>
          <pc:docMk/>
          <pc:sldMk cId="873034881" sldId="365"/>
        </pc:sldMkLst>
      </pc:sldChg>
      <pc:sldChg chg="addSp delSp modSp add mod replId modClrScheme chgLayout">
        <pc:chgData name="Mohammad Dakhilallah Mohammad Alahmadi" userId="S::04100753@uj.edu.sa::9b436a58-7297-423f-8410-66c59c69358a" providerId="AD" clId="Web-{347FB1A9-DF2F-D0B6-0690-ECF275798414}" dt="2022-01-12T16:47:07.044" v="229" actId="14100"/>
        <pc:sldMkLst>
          <pc:docMk/>
          <pc:sldMk cId="1445123838" sldId="366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25.396" v="316"/>
        <pc:sldMkLst>
          <pc:docMk/>
          <pc:sldMk cId="339567192" sldId="367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45.663" v="323" actId="1076"/>
        <pc:sldMkLst>
          <pc:docMk/>
          <pc:sldMk cId="4160360724" sldId="368"/>
        </pc:sldMkLst>
      </pc:sldChg>
      <pc:sldChg chg="addSp delSp modSp new del">
        <pc:chgData name="Mohammad Dakhilallah Mohammad Alahmadi" userId="S::04100753@uj.edu.sa::9b436a58-7297-423f-8410-66c59c69358a" providerId="AD" clId="Web-{347FB1A9-DF2F-D0B6-0690-ECF275798414}" dt="2022-01-13T01:40:25.610" v="604"/>
        <pc:sldMkLst>
          <pc:docMk/>
          <pc:sldMk cId="1974032447" sldId="369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31:27.875" v="501" actId="20577"/>
        <pc:sldMkLst>
          <pc:docMk/>
          <pc:sldMk cId="667307753" sldId="370"/>
        </pc:sldMkLst>
      </pc:sldChg>
      <pc:sldChg chg="addSp delSp modSp add del ord replId">
        <pc:chgData name="Mohammad Dakhilallah Mohammad Alahmadi" userId="S::04100753@uj.edu.sa::9b436a58-7297-423f-8410-66c59c69358a" providerId="AD" clId="Web-{347FB1A9-DF2F-D0B6-0690-ECF275798414}" dt="2022-01-13T01:42:18.054" v="626"/>
        <pc:sldMkLst>
          <pc:docMk/>
          <pc:sldMk cId="125321774" sldId="371"/>
        </pc:sldMkLst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3T01:45:15.173" v="671"/>
        <pc:sldMkLst>
          <pc:docMk/>
          <pc:sldMk cId="2226834221" sldId="372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2:27.782" v="1364" actId="20577"/>
        <pc:sldMkLst>
          <pc:docMk/>
          <pc:sldMk cId="738462305" sldId="373"/>
        </pc:sldMkLst>
      </pc:sldChg>
      <pc:sldChg chg="add del replId">
        <pc:chgData name="Mohammad Dakhilallah Mohammad Alahmadi" userId="S::04100753@uj.edu.sa::9b436a58-7297-423f-8410-66c59c69358a" providerId="AD" clId="Web-{347FB1A9-DF2F-D0B6-0690-ECF275798414}" dt="2022-01-13T01:38:36.744" v="587"/>
        <pc:sldMkLst>
          <pc:docMk/>
          <pc:sldMk cId="3128744523" sldId="373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42:12.616" v="625" actId="14100"/>
        <pc:sldMkLst>
          <pc:docMk/>
          <pc:sldMk cId="3958245806" sldId="374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46:36.258" v="700" actId="20577"/>
        <pc:sldMkLst>
          <pc:docMk/>
          <pc:sldMk cId="2307568836" sldId="375"/>
        </pc:sldMkLst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4T01:18:32.533" v="1011" actId="20577"/>
        <pc:sldMkLst>
          <pc:docMk/>
          <pc:sldMk cId="2581555751" sldId="376"/>
        </pc:sldMkLst>
      </pc:sldChg>
      <pc:sldChg chg="addSp modSp">
        <pc:chgData name="Mohammad Dakhilallah Mohammad Alahmadi" userId="S::04100753@uj.edu.sa::9b436a58-7297-423f-8410-66c59c69358a" providerId="AD" clId="Web-{347FB1A9-DF2F-D0B6-0690-ECF275798414}" dt="2022-01-14T01:16:45.031" v="997" actId="1076"/>
        <pc:sldMkLst>
          <pc:docMk/>
          <pc:sldMk cId="1282125747" sldId="378"/>
        </pc:sldMkLst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1:23:20.992" v="1079"/>
        <pc:sldMkLst>
          <pc:docMk/>
          <pc:sldMk cId="3168087689" sldId="383"/>
        </pc:sldMkLst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8:49:10.697" v="2024"/>
        <pc:sldMkLst>
          <pc:docMk/>
          <pc:sldMk cId="212204901" sldId="384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33:48.253" v="1295" actId="1076"/>
        <pc:sldMkLst>
          <pc:docMk/>
          <pc:sldMk cId="3599405025" sldId="385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3:10.877" v="1373" actId="1076"/>
        <pc:sldMkLst>
          <pc:docMk/>
          <pc:sldMk cId="1443717038" sldId="386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6:58.990" v="1510" actId="14100"/>
        <pc:sldMkLst>
          <pc:docMk/>
          <pc:sldMk cId="3015082322" sldId="387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50:13.228" v="1584" actId="14100"/>
        <pc:sldMkLst>
          <pc:docMk/>
          <pc:sldMk cId="3324995554" sldId="388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2:36.950" v="1619" actId="1076"/>
        <pc:sldMkLst>
          <pc:docMk/>
          <pc:sldMk cId="2571566640" sldId="389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4:40.280" v="1677" actId="1076"/>
        <pc:sldMkLst>
          <pc:docMk/>
          <pc:sldMk cId="2569198315" sldId="390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2:05:50.432" v="1813"/>
        <pc:sldMkLst>
          <pc:docMk/>
          <pc:sldMk cId="3374848299" sldId="391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9:05.347" v="2022"/>
        <pc:sldMkLst>
          <pc:docMk/>
          <pc:sldMk cId="4099750407" sldId="392"/>
        </pc:sldMkLst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0.155" v="1837"/>
        <pc:sldMkLst>
          <pc:docMk/>
          <pc:sldMk cId="1405280355" sldId="393"/>
        </pc:sldMkLst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6.436" v="1839"/>
        <pc:sldMkLst>
          <pc:docMk/>
          <pc:sldMk cId="2429232412" sldId="393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1:25.954" v="1870" actId="1076"/>
        <pc:sldMkLst>
          <pc:docMk/>
          <pc:sldMk cId="3599744147" sldId="393"/>
        </pc:sldMkLst>
      </pc:sldChg>
    </pc:docChg>
  </pc:docChgLst>
  <pc:docChgLst>
    <pc:chgData name="Mohammad Dakhilallah Mohammad Alahmadi" userId="S::04100753@uj.edu.sa::9b436a58-7297-423f-8410-66c59c69358a" providerId="AD" clId="Web-{2DCB5397-94F6-D90B-9DED-8587E0303D2D}"/>
    <pc:docChg chg="modSld">
      <pc:chgData name="Mohammad Dakhilallah Mohammad Alahmadi" userId="S::04100753@uj.edu.sa::9b436a58-7297-423f-8410-66c59c69358a" providerId="AD" clId="Web-{2DCB5397-94F6-D90B-9DED-8587E0303D2D}" dt="2022-12-07T13:06:37.242" v="1" actId="1076"/>
      <pc:docMkLst>
        <pc:docMk/>
      </pc:docMkLst>
      <pc:sldChg chg="modSp">
        <pc:chgData name="Mohammad Dakhilallah Mohammad Alahmadi" userId="S::04100753@uj.edu.sa::9b436a58-7297-423f-8410-66c59c69358a" providerId="AD" clId="Web-{2DCB5397-94F6-D90B-9DED-8587E0303D2D}" dt="2022-12-07T13:06:37.242" v="1" actId="1076"/>
        <pc:sldMkLst>
          <pc:docMk/>
          <pc:sldMk cId="0" sldId="333"/>
        </pc:sldMkLst>
      </pc:sldChg>
    </pc:docChg>
  </pc:docChgLst>
  <pc:docChgLst>
    <pc:chgData name="Mohammad Dakhilallah Mohammad Alahmadi" userId="S::04100753@uj.edu.sa::9b436a58-7297-423f-8410-66c59c69358a" providerId="AD" clId="Web-{4CD5AD71-9F25-2E8B-2826-56CB235CD95F}"/>
    <pc:docChg chg="modSld">
      <pc:chgData name="Mohammad Dakhilallah Mohammad Alahmadi" userId="S::04100753@uj.edu.sa::9b436a58-7297-423f-8410-66c59c69358a" providerId="AD" clId="Web-{4CD5AD71-9F25-2E8B-2826-56CB235CD95F}" dt="2022-01-13T04:23:13.487" v="6"/>
      <pc:docMkLst>
        <pc:docMk/>
      </pc:docMkLst>
      <pc:sldChg chg="modSp">
        <pc:chgData name="Mohammad Dakhilallah Mohammad Alahmadi" userId="S::04100753@uj.edu.sa::9b436a58-7297-423f-8410-66c59c69358a" providerId="AD" clId="Web-{4CD5AD71-9F25-2E8B-2826-56CB235CD95F}" dt="2022-01-13T04:23:13.487" v="6"/>
        <pc:sldMkLst>
          <pc:docMk/>
          <pc:sldMk cId="1282125747" sldId="378"/>
        </pc:sldMkLst>
      </pc:sldChg>
    </pc:docChg>
  </pc:docChgLst>
  <pc:docChgLst>
    <pc:chgData name="Mohammad Dakhilallah Mohammad Alahmadi" userId="S::04100753@uj.edu.sa::9b436a58-7297-423f-8410-66c59c69358a" providerId="AD" clId="Web-{2F2D719C-4015-8049-543D-79F59B8C44A4}"/>
    <pc:docChg chg="addSld delSld modSld modSection">
      <pc:chgData name="Mohammad Dakhilallah Mohammad Alahmadi" userId="S::04100753@uj.edu.sa::9b436a58-7297-423f-8410-66c59c69358a" providerId="AD" clId="Web-{2F2D719C-4015-8049-543D-79F59B8C44A4}" dt="2022-01-15T21:16:40.541" v="4"/>
      <pc:docMkLst>
        <pc:docMk/>
      </pc:docMkLst>
      <pc:sldChg chg="modSp">
        <pc:chgData name="Mohammad Dakhilallah Mohammad Alahmadi" userId="S::04100753@uj.edu.sa::9b436a58-7297-423f-8410-66c59c69358a" providerId="AD" clId="Web-{2F2D719C-4015-8049-543D-79F59B8C44A4}" dt="2022-01-15T21:07:53.973" v="0" actId="20577"/>
        <pc:sldMkLst>
          <pc:docMk/>
          <pc:sldMk cId="3714549902" sldId="410"/>
        </pc:sldMkLst>
      </pc:sldChg>
      <pc:sldChg chg="del">
        <pc:chgData name="Mohammad Dakhilallah Mohammad Alahmadi" userId="S::04100753@uj.edu.sa::9b436a58-7297-423f-8410-66c59c69358a" providerId="AD" clId="Web-{2F2D719C-4015-8049-543D-79F59B8C44A4}" dt="2022-01-15T21:16:40.541" v="4"/>
        <pc:sldMkLst>
          <pc:docMk/>
          <pc:sldMk cId="3150630969" sldId="412"/>
        </pc:sldMkLst>
      </pc:sldChg>
      <pc:sldChg chg="add del">
        <pc:chgData name="Mohammad Dakhilallah Mohammad Alahmadi" userId="S::04100753@uj.edu.sa::9b436a58-7297-423f-8410-66c59c69358a" providerId="AD" clId="Web-{2F2D719C-4015-8049-543D-79F59B8C44A4}" dt="2022-01-15T21:16:38.384" v="3"/>
        <pc:sldMkLst>
          <pc:docMk/>
          <pc:sldMk cId="2615860504" sldId="413"/>
        </pc:sldMkLst>
      </pc:sldChg>
    </pc:docChg>
  </pc:docChgLst>
  <pc:docChgLst>
    <pc:chgData clId="Web-{AE7E9058-848B-49B7-A03F-EB361C6A3477}"/>
    <pc:docChg chg="modSld">
      <pc:chgData name="" userId="" providerId="" clId="Web-{AE7E9058-848B-49B7-A03F-EB361C6A3477}" dt="2022-01-13T04:25:55.338" v="1"/>
      <pc:docMkLst>
        <pc:docMk/>
      </pc:docMkLst>
      <pc:sldChg chg="addSp modSp">
        <pc:chgData name="" userId="" providerId="" clId="Web-{AE7E9058-848B-49B7-A03F-EB361C6A3477}" dt="2022-01-13T04:25:55.338" v="1"/>
        <pc:sldMkLst>
          <pc:docMk/>
          <pc:sldMk cId="0" sldId="330"/>
        </pc:sldMkLst>
      </pc:sldChg>
    </pc:docChg>
  </pc:docChgLst>
  <pc:docChgLst>
    <pc:chgData name="Mohammad Dakhilallah Mohammad Alahmadi" userId="S::04100753@uj.edu.sa::9b436a58-7297-423f-8410-66c59c69358a" providerId="AD" clId="Web-{C18EFF28-160B-92A4-D898-BCFBAC99E1B1}"/>
    <pc:docChg chg="addSld delSld modSld sldOrd modSection">
      <pc:chgData name="Mohammad Dakhilallah Mohammad Alahmadi" userId="S::04100753@uj.edu.sa::9b436a58-7297-423f-8410-66c59c69358a" providerId="AD" clId="Web-{C18EFF28-160B-92A4-D898-BCFBAC99E1B1}" dt="2022-01-14T22:47:59.845" v="1686" actId="1076"/>
      <pc:docMkLst>
        <pc:docMk/>
      </pc:docMkLst>
      <pc:sldChg chg="del">
        <pc:chgData name="Mohammad Dakhilallah Mohammad Alahmadi" userId="S::04100753@uj.edu.sa::9b436a58-7297-423f-8410-66c59c69358a" providerId="AD" clId="Web-{C18EFF28-160B-92A4-D898-BCFBAC99E1B1}" dt="2022-01-14T22:32:07.473" v="1342"/>
        <pc:sldMkLst>
          <pc:docMk/>
          <pc:sldMk cId="0" sldId="288"/>
        </pc:sldMkLst>
      </pc:sldChg>
      <pc:sldChg chg="modSp">
        <pc:chgData name="Mohammad Dakhilallah Mohammad Alahmadi" userId="S::04100753@uj.edu.sa::9b436a58-7297-423f-8410-66c59c69358a" providerId="AD" clId="Web-{C18EFF28-160B-92A4-D898-BCFBAC99E1B1}" dt="2022-01-14T21:57:50.149" v="29" actId="20577"/>
        <pc:sldMkLst>
          <pc:docMk/>
          <pc:sldMk cId="0" sldId="330"/>
        </pc:sldMkLst>
      </pc:sldChg>
      <pc:sldChg chg="addSp delSp modSp ord">
        <pc:chgData name="Mohammad Dakhilallah Mohammad Alahmadi" userId="S::04100753@uj.edu.sa::9b436a58-7297-423f-8410-66c59c69358a" providerId="AD" clId="Web-{C18EFF28-160B-92A4-D898-BCFBAC99E1B1}" dt="2022-01-14T22:47:59.845" v="1686" actId="1076"/>
        <pc:sldMkLst>
          <pc:docMk/>
          <pc:sldMk cId="0" sldId="33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8.957" v="1343"/>
        <pc:sldMkLst>
          <pc:docMk/>
          <pc:sldMk cId="0" sldId="33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5.692" v="1341"/>
        <pc:sldMkLst>
          <pc:docMk/>
          <pc:sldMk cId="1170182624" sldId="35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9.598" v="1344"/>
        <pc:sldMkLst>
          <pc:docMk/>
          <pc:sldMk cId="1687645417" sldId="35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0.926" v="1345"/>
        <pc:sldMkLst>
          <pc:docMk/>
          <pc:sldMk cId="3605737105" sldId="35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1.301" v="1346"/>
        <pc:sldMkLst>
          <pc:docMk/>
          <pc:sldMk cId="1337695496" sldId="35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2.942" v="1348"/>
        <pc:sldMkLst>
          <pc:docMk/>
          <pc:sldMk cId="4083632314" sldId="36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3.301" v="1349"/>
        <pc:sldMkLst>
          <pc:docMk/>
          <pc:sldMk cId="3487148623" sldId="363"/>
        </pc:sldMkLst>
      </pc:sldChg>
      <pc:sldChg chg="modSp del ord">
        <pc:chgData name="Mohammad Dakhilallah Mohammad Alahmadi" userId="S::04100753@uj.edu.sa::9b436a58-7297-423f-8410-66c59c69358a" providerId="AD" clId="Web-{C18EFF28-160B-92A4-D898-BCFBAC99E1B1}" dt="2022-01-14T22:32:02.410" v="1339"/>
        <pc:sldMkLst>
          <pc:docMk/>
          <pc:sldMk cId="1353233220" sldId="36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5.504" v="1350"/>
        <pc:sldMkLst>
          <pc:docMk/>
          <pc:sldMk cId="1445123838" sldId="36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6.942" v="1351"/>
        <pc:sldMkLst>
          <pc:docMk/>
          <pc:sldMk cId="339567192" sldId="36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8.489" v="1352"/>
        <pc:sldMkLst>
          <pc:docMk/>
          <pc:sldMk cId="4160360724" sldId="36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630" v="1354"/>
        <pc:sldMkLst>
          <pc:docMk/>
          <pc:sldMk cId="667307753" sldId="37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9.004" v="1353"/>
        <pc:sldMkLst>
          <pc:docMk/>
          <pc:sldMk cId="738462305" sldId="37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895" v="1355"/>
        <pc:sldMkLst>
          <pc:docMk/>
          <pc:sldMk cId="3958245806" sldId="37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2.411" v="1356"/>
        <pc:sldMkLst>
          <pc:docMk/>
          <pc:sldMk cId="2307568836" sldId="37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3.848" v="1357"/>
        <pc:sldMkLst>
          <pc:docMk/>
          <pc:sldMk cId="2581555751" sldId="37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427" v="1359"/>
        <pc:sldMkLst>
          <pc:docMk/>
          <pc:sldMk cId="1282125747" sldId="37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0.943" v="1375"/>
        <pc:sldMkLst>
          <pc:docMk/>
          <pc:sldMk cId="1253044130" sldId="38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052" v="1358"/>
        <pc:sldMkLst>
          <pc:docMk/>
          <pc:sldMk cId="3168087689" sldId="38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8.005" v="1360"/>
        <pc:sldMkLst>
          <pc:docMk/>
          <pc:sldMk cId="212204901" sldId="38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9.427" v="1361"/>
        <pc:sldMkLst>
          <pc:docMk/>
          <pc:sldMk cId="3599405025" sldId="38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0.692" v="1362"/>
        <pc:sldMkLst>
          <pc:docMk/>
          <pc:sldMk cId="1443717038" sldId="38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114" v="1363"/>
        <pc:sldMkLst>
          <pc:docMk/>
          <pc:sldMk cId="3015082322" sldId="38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364" v="1364"/>
        <pc:sldMkLst>
          <pc:docMk/>
          <pc:sldMk cId="3324995554" sldId="38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817" v="1365"/>
        <pc:sldMkLst>
          <pc:docMk/>
          <pc:sldMk cId="2571566640" sldId="38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942" v="1366"/>
        <pc:sldMkLst>
          <pc:docMk/>
          <pc:sldMk cId="2569198315" sldId="39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4.177" v="1367"/>
        <pc:sldMkLst>
          <pc:docMk/>
          <pc:sldMk cId="3374848299" sldId="39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1.490" v="1369"/>
        <pc:sldMkLst>
          <pc:docMk/>
          <pc:sldMk cId="4099750407" sldId="392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5.864" v="1368"/>
        <pc:sldMkLst>
          <pc:docMk/>
          <pc:sldMk cId="3599744147" sldId="39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2.959" v="1370"/>
        <pc:sldMkLst>
          <pc:docMk/>
          <pc:sldMk cId="1079161102" sldId="39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4.396" v="1371"/>
        <pc:sldMkLst>
          <pc:docMk/>
          <pc:sldMk cId="2913624194" sldId="39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6.006" v="1372"/>
        <pc:sldMkLst>
          <pc:docMk/>
          <pc:sldMk cId="4080639230" sldId="39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7.256" v="1373"/>
        <pc:sldMkLst>
          <pc:docMk/>
          <pc:sldMk cId="947874007" sldId="39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8.896" v="1374"/>
        <pc:sldMkLst>
          <pc:docMk/>
          <pc:sldMk cId="1974623767" sldId="39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2.303" v="1376"/>
        <pc:sldMkLst>
          <pc:docMk/>
          <pc:sldMk cId="1082078191" sldId="400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12.692" v="1347"/>
        <pc:sldMkLst>
          <pc:docMk/>
          <pc:sldMk cId="3759157658" sldId="401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03.551" v="1340"/>
        <pc:sldMkLst>
          <pc:docMk/>
          <pc:sldMk cId="1620420303" sldId="402"/>
        </pc:sldMkLst>
      </pc:sldChg>
      <pc:sldChg chg="addSp delSp modSp add del ord replId">
        <pc:chgData name="Mohammad Dakhilallah Mohammad Alahmadi" userId="S::04100753@uj.edu.sa::9b436a58-7297-423f-8410-66c59c69358a" providerId="AD" clId="Web-{C18EFF28-160B-92A4-D898-BCFBAC99E1B1}" dt="2022-01-14T22:12:16.212" v="501"/>
        <pc:sldMkLst>
          <pc:docMk/>
          <pc:sldMk cId="1010674448" sldId="403"/>
        </pc:sldMkLst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17:15.924" v="687"/>
        <pc:sldMkLst>
          <pc:docMk/>
          <pc:sldMk cId="710246750" sldId="404"/>
        </pc:sldMkLst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12:12.399" v="500"/>
        <pc:sldMkLst>
          <pc:docMk/>
          <pc:sldMk cId="2942452856" sldId="405"/>
        </pc:sldMkLst>
      </pc:sldChg>
      <pc:sldChg chg="addSp modSp add replId">
        <pc:chgData name="Mohammad Dakhilallah Mohammad Alahmadi" userId="S::04100753@uj.edu.sa::9b436a58-7297-423f-8410-66c59c69358a" providerId="AD" clId="Web-{C18EFF28-160B-92A4-D898-BCFBAC99E1B1}" dt="2022-01-14T22:12:08.930" v="499" actId="1076"/>
        <pc:sldMkLst>
          <pc:docMk/>
          <pc:sldMk cId="1771720787" sldId="406"/>
        </pc:sldMkLst>
      </pc:sldChg>
      <pc:sldChg chg="delSp modSp add replId">
        <pc:chgData name="Mohammad Dakhilallah Mohammad Alahmadi" userId="S::04100753@uj.edu.sa::9b436a58-7297-423f-8410-66c59c69358a" providerId="AD" clId="Web-{C18EFF28-160B-92A4-D898-BCFBAC99E1B1}" dt="2022-01-14T22:22:36.200" v="927" actId="20577"/>
        <pc:sldMkLst>
          <pc:docMk/>
          <pc:sldMk cId="1865205889" sldId="407"/>
        </pc:sldMkLst>
      </pc:sldChg>
      <pc:sldChg chg="modSp add replId">
        <pc:chgData name="Mohammad Dakhilallah Mohammad Alahmadi" userId="S::04100753@uj.edu.sa::9b436a58-7297-423f-8410-66c59c69358a" providerId="AD" clId="Web-{C18EFF28-160B-92A4-D898-BCFBAC99E1B1}" dt="2022-01-14T22:27:22.058" v="1086" actId="20577"/>
        <pc:sldMkLst>
          <pc:docMk/>
          <pc:sldMk cId="1114942595" sldId="408"/>
        </pc:sldMkLst>
      </pc:sldChg>
      <pc:sldChg chg="modSp add del ord replId">
        <pc:chgData name="Mohammad Dakhilallah Mohammad Alahmadi" userId="S::04100753@uj.edu.sa::9b436a58-7297-423f-8410-66c59c69358a" providerId="AD" clId="Web-{C18EFF28-160B-92A4-D898-BCFBAC99E1B1}" dt="2022-01-14T22:33:06.756" v="1379"/>
        <pc:sldMkLst>
          <pc:docMk/>
          <pc:sldMk cId="500051477" sldId="409"/>
        </pc:sldMkLst>
      </pc:sldChg>
      <pc:sldChg chg="modSp add ord replId">
        <pc:chgData name="Mohammad Dakhilallah Mohammad Alahmadi" userId="S::04100753@uj.edu.sa::9b436a58-7297-423f-8410-66c59c69358a" providerId="AD" clId="Web-{C18EFF28-160B-92A4-D898-BCFBAC99E1B1}" dt="2022-01-14T22:31:37.238" v="1333"/>
        <pc:sldMkLst>
          <pc:docMk/>
          <pc:sldMk cId="3714549902" sldId="410"/>
        </pc:sldMkLst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44:33.386" v="1628" actId="20577"/>
        <pc:sldMkLst>
          <pc:docMk/>
          <pc:sldMk cId="3604652028" sldId="411"/>
        </pc:sldMkLst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45:44.513" v="1662" actId="20577"/>
        <pc:sldMkLst>
          <pc:docMk/>
          <pc:sldMk cId="3150630969" sldId="412"/>
        </pc:sldMkLst>
      </pc:sldChg>
    </pc:docChg>
  </pc:docChgLst>
  <pc:docChgLst>
    <pc:chgData name="Mohammad Dakhilallah Mohammad Alahmadi" userId="9b436a58-7297-423f-8410-66c59c69358a" providerId="ADAL" clId="{7B792144-261E-409C-A6D4-8F85EC7D09D9}"/>
    <pc:docChg chg="modSld">
      <pc:chgData name="Mohammad Dakhilallah Mohammad Alahmadi" userId="9b436a58-7297-423f-8410-66c59c69358a" providerId="ADAL" clId="{7B792144-261E-409C-A6D4-8F85EC7D09D9}" dt="2025-06-19T05:51:47.212" v="13" actId="20577"/>
      <pc:docMkLst>
        <pc:docMk/>
      </pc:docMkLst>
      <pc:sldChg chg="modSp mod">
        <pc:chgData name="Mohammad Dakhilallah Mohammad Alahmadi" userId="9b436a58-7297-423f-8410-66c59c69358a" providerId="ADAL" clId="{7B792144-261E-409C-A6D4-8F85EC7D09D9}" dt="2025-06-19T05:51:47.212" v="13" actId="20577"/>
        <pc:sldMkLst>
          <pc:docMk/>
          <pc:sldMk cId="3810758988" sldId="421"/>
        </pc:sldMkLst>
        <pc:graphicFrameChg chg="modGraphic">
          <ac:chgData name="Mohammad Dakhilallah Mohammad Alahmadi" userId="9b436a58-7297-423f-8410-66c59c69358a" providerId="ADAL" clId="{7B792144-261E-409C-A6D4-8F85EC7D09D9}" dt="2025-06-19T05:51:47.212" v="13" actId="20577"/>
          <ac:graphicFrameMkLst>
            <pc:docMk/>
            <pc:sldMk cId="3810758988" sldId="421"/>
            <ac:graphicFrameMk id="3" creationId="{B34F9A09-D35B-195A-365B-D85D2932ACBC}"/>
          </ac:graphicFrameMkLst>
        </pc:graphicFrameChg>
      </pc:sldChg>
    </pc:docChg>
  </pc:docChgLst>
  <pc:docChgLst>
    <pc:chgData name="Mohammad Dakhilallah Mohammad Alahmadi" userId="S::04100753@uj.edu.sa::9b436a58-7297-423f-8410-66c59c69358a" providerId="AD" clId="Web-{0743025E-F8CD-0215-204F-C855505076D3}"/>
    <pc:docChg chg="modSld">
      <pc:chgData name="Mohammad Dakhilallah Mohammad Alahmadi" userId="S::04100753@uj.edu.sa::9b436a58-7297-423f-8410-66c59c69358a" providerId="AD" clId="Web-{0743025E-F8CD-0215-204F-C855505076D3}" dt="2022-12-05T20:28:44.662" v="41"/>
      <pc:docMkLst>
        <pc:docMk/>
      </pc:docMkLst>
      <pc:sldChg chg="modSp">
        <pc:chgData name="Mohammad Dakhilallah Mohammad Alahmadi" userId="S::04100753@uj.edu.sa::9b436a58-7297-423f-8410-66c59c69358a" providerId="AD" clId="Web-{0743025E-F8CD-0215-204F-C855505076D3}" dt="2022-12-05T20:28:44.662" v="41"/>
        <pc:sldMkLst>
          <pc:docMk/>
          <pc:sldMk cId="710246750" sldId="404"/>
        </pc:sldMkLst>
      </pc:sldChg>
    </pc:docChg>
  </pc:docChgLst>
  <pc:docChgLst>
    <pc:chgData name="Mohammad Dakhilallah Mohammad Alahmadi" userId="S::04100753@uj.edu.sa::9b436a58-7297-423f-8410-66c59c69358a" providerId="AD" clId="Web-{D06E7E73-82E1-1EE4-6130-E2D1D039963C}"/>
    <pc:docChg chg="modSld">
      <pc:chgData name="Mohammad Dakhilallah Mohammad Alahmadi" userId="S::04100753@uj.edu.sa::9b436a58-7297-423f-8410-66c59c69358a" providerId="AD" clId="Web-{D06E7E73-82E1-1EE4-6130-E2D1D039963C}" dt="2023-08-25T10:21:15.166" v="11" actId="1076"/>
      <pc:docMkLst>
        <pc:docMk/>
      </pc:docMkLst>
      <pc:sldChg chg="modSp">
        <pc:chgData name="Mohammad Dakhilallah Mohammad Alahmadi" userId="S::04100753@uj.edu.sa::9b436a58-7297-423f-8410-66c59c69358a" providerId="AD" clId="Web-{D06E7E73-82E1-1EE4-6130-E2D1D039963C}" dt="2023-08-25T10:21:15.166" v="11" actId="1076"/>
        <pc:sldMkLst>
          <pc:docMk/>
          <pc:sldMk cId="0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altLang="en-US" b="1">
                <a:solidFill>
                  <a:srgbClr val="6E96A2"/>
                </a:solidFill>
              </a:rPr>
              <a:t>CCSW 325 (Software Construction)</a:t>
            </a:r>
            <a:endParaRPr lang="en-US"/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DDC58-90BE-770C-8535-CAC57CDBFF08}"/>
              </a:ext>
            </a:extLst>
          </p:cNvPr>
          <p:cNvSpPr>
            <a:spLocks noGrp="1" noChangeArrowheads="1"/>
          </p:cNvSpPr>
          <p:nvPr/>
        </p:nvSpPr>
        <p:spPr>
          <a:xfrm>
            <a:off x="381740" y="3140164"/>
            <a:ext cx="8380520" cy="19227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>
                <a:solidFill>
                  <a:schemeClr val="tx1"/>
                </a:solidFill>
              </a:rPr>
              <a:t>Chapter  0</a:t>
            </a:r>
            <a:br>
              <a:rPr lang="en-US" altLang="en-US" b="1">
                <a:cs typeface="Calibri Light"/>
              </a:rPr>
            </a:br>
            <a:r>
              <a:rPr lang="en-US" altLang="en-US" b="1">
                <a:solidFill>
                  <a:schemeClr val="tx1"/>
                </a:solidFill>
              </a:rPr>
              <a:t>Welcome to the Software Construction Course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+mn-lt"/>
                <a:cs typeface="Calibri Light"/>
              </a:rPr>
              <a:t>Course Description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2400"/>
              <a:t>Despite the rapid advances in software development practices, we still produce software that are </a:t>
            </a:r>
            <a:r>
              <a:rPr lang="en-US" sz="2400" b="1">
                <a:solidFill>
                  <a:srgbClr val="C00000"/>
                </a:solidFill>
              </a:rPr>
              <a:t>buggy</a:t>
            </a:r>
            <a:r>
              <a:rPr lang="en-US" sz="2400"/>
              <a:t>, </a:t>
            </a:r>
            <a:r>
              <a:rPr lang="en-US" sz="2400" b="1">
                <a:solidFill>
                  <a:srgbClr val="C00000"/>
                </a:solidFill>
              </a:rPr>
              <a:t>late</a:t>
            </a:r>
            <a:r>
              <a:rPr lang="en-US" sz="2400"/>
              <a:t>, </a:t>
            </a:r>
            <a:r>
              <a:rPr lang="en-US" sz="2400" b="1">
                <a:solidFill>
                  <a:srgbClr val="C00000"/>
                </a:solidFill>
              </a:rPr>
              <a:t>over budget</a:t>
            </a:r>
            <a:r>
              <a:rPr lang="en-US" sz="2400"/>
              <a:t>, and </a:t>
            </a:r>
            <a:r>
              <a:rPr lang="en-US" sz="2400" b="1">
                <a:solidFill>
                  <a:srgbClr val="C00000"/>
                </a:solidFill>
              </a:rPr>
              <a:t>many fail </a:t>
            </a:r>
            <a:r>
              <a:rPr lang="en-US" sz="2400"/>
              <a:t>to satisfy the needs of their users.</a:t>
            </a:r>
          </a:p>
          <a:p>
            <a:endParaRPr lang="en-US" sz="240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>
              <a:solidFill>
                <a:srgbClr val="84CDEA"/>
              </a:solidFill>
              <a:cs typeface="Calibri"/>
            </a:endParaRPr>
          </a:p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742C026C-D477-042C-81FC-63F81197A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2060" y="3241483"/>
            <a:ext cx="595987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+mn-lt"/>
                <a:cs typeface="Calibri Light"/>
              </a:rPr>
              <a:t>Course Description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algn="just"/>
            <a:r>
              <a:rPr lang="en-US"/>
              <a:t>This course introduces the students to the </a:t>
            </a:r>
            <a:r>
              <a:rPr lang="en-US" b="1">
                <a:solidFill>
                  <a:srgbClr val="C00000"/>
                </a:solidFill>
              </a:rPr>
              <a:t>modern technologies and concepts </a:t>
            </a:r>
            <a:r>
              <a:rPr lang="en-US"/>
              <a:t>associated with </a:t>
            </a:r>
            <a:r>
              <a:rPr lang="en-US" i="1"/>
              <a:t>constructing software</a:t>
            </a:r>
            <a:r>
              <a:rPr lang="en-US"/>
              <a:t>.</a:t>
            </a:r>
          </a:p>
          <a:p>
            <a:pPr lvl="1" algn="just"/>
            <a:r>
              <a:rPr lang="en-US"/>
              <a:t>The </a:t>
            </a:r>
            <a:r>
              <a:rPr lang="en-US" i="1"/>
              <a:t>experiences and knowledge </a:t>
            </a:r>
            <a:r>
              <a:rPr lang="en-US"/>
              <a:t>subareas for </a:t>
            </a:r>
            <a:r>
              <a:rPr lang="en-US" b="1">
                <a:solidFill>
                  <a:srgbClr val="C00000"/>
                </a:solidFill>
              </a:rPr>
              <a:t>software construction</a:t>
            </a:r>
            <a:r>
              <a:rPr lang="en-US"/>
              <a:t> like software construction fundamentals and practical considerations to help students to </a:t>
            </a:r>
            <a:r>
              <a:rPr lang="en-US" i="1"/>
              <a:t>create</a:t>
            </a:r>
            <a:r>
              <a:rPr lang="en-US"/>
              <a:t> </a:t>
            </a:r>
            <a:r>
              <a:rPr lang="en-US" i="1"/>
              <a:t>higher-quality software</a:t>
            </a:r>
            <a:r>
              <a:rPr lang="en-US"/>
              <a:t>. </a:t>
            </a:r>
          </a:p>
          <a:p>
            <a:pPr lvl="1" algn="just"/>
            <a:endParaRPr lang="en-US" sz="1000"/>
          </a:p>
          <a:p>
            <a:pPr lvl="1" algn="just"/>
            <a:r>
              <a:rPr lang="en-US"/>
              <a:t>The </a:t>
            </a:r>
            <a:r>
              <a:rPr lang="en-US" i="1"/>
              <a:t>experiences and knowledge </a:t>
            </a:r>
            <a:r>
              <a:rPr lang="en-US"/>
              <a:t>to the appropriate </a:t>
            </a:r>
            <a:r>
              <a:rPr lang="en-US" b="1">
                <a:solidFill>
                  <a:srgbClr val="C00000"/>
                </a:solidFill>
              </a:rPr>
              <a:t>tuning and refactoring</a:t>
            </a:r>
            <a:r>
              <a:rPr lang="en-US"/>
              <a:t> strategies &amp; techniques to </a:t>
            </a:r>
            <a:r>
              <a:rPr lang="en-US" i="1"/>
              <a:t>resolve design problems in code</a:t>
            </a:r>
            <a:r>
              <a:rPr lang="en-US"/>
              <a:t>. </a:t>
            </a:r>
          </a:p>
          <a:p>
            <a:pPr lvl="1" algn="just"/>
            <a:endParaRPr lang="en-US" sz="1000"/>
          </a:p>
          <a:p>
            <a:pPr lvl="1" algn="just"/>
            <a:r>
              <a:rPr lang="en-US"/>
              <a:t>The </a:t>
            </a:r>
            <a:r>
              <a:rPr lang="en-US" i="1"/>
              <a:t>experiences and knowledge </a:t>
            </a:r>
            <a:r>
              <a:rPr lang="en-US"/>
              <a:t>subareas for </a:t>
            </a:r>
            <a:r>
              <a:rPr lang="en-US" b="1">
                <a:solidFill>
                  <a:srgbClr val="C00000"/>
                </a:solidFill>
              </a:rPr>
              <a:t>software maintenance</a:t>
            </a:r>
            <a:endParaRPr lang="en-US" sz="240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1930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Course Objectives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46F605-CDDF-C3AE-6A94-70E3378FB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050" y="1597025"/>
            <a:ext cx="7889875" cy="4454525"/>
          </a:xfrm>
        </p:spPr>
        <p:txBody>
          <a:bodyPr/>
          <a:lstStyle/>
          <a:p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objectives</a:t>
            </a:r>
            <a:r>
              <a:rPr lang="en-US"/>
              <a:t> of this course are:</a:t>
            </a:r>
          </a:p>
          <a:p>
            <a:pPr lvl="1"/>
            <a:r>
              <a:rPr lang="en-US"/>
              <a:t>Introduce the students to the </a:t>
            </a:r>
            <a:r>
              <a:rPr lang="en-US" b="1">
                <a:solidFill>
                  <a:srgbClr val="C00000"/>
                </a:solidFill>
              </a:rPr>
              <a:t>fundamental principles and techniques </a:t>
            </a:r>
            <a:r>
              <a:rPr lang="en-US"/>
              <a:t>of software construction.</a:t>
            </a:r>
          </a:p>
          <a:p>
            <a:pPr lvl="1"/>
            <a:endParaRPr lang="en-US" sz="1000"/>
          </a:p>
          <a:p>
            <a:pPr lvl="1"/>
            <a:r>
              <a:rPr lang="en-US"/>
              <a:t>Equip the students with the </a:t>
            </a:r>
            <a:r>
              <a:rPr lang="en-US" b="1">
                <a:solidFill>
                  <a:srgbClr val="C00000"/>
                </a:solidFill>
              </a:rPr>
              <a:t>skills </a:t>
            </a:r>
            <a:r>
              <a:rPr lang="en-US"/>
              <a:t>to manage software construction towards maintainable software that is easy to maintain in future.</a:t>
            </a:r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C9E299D-AFC0-E4C9-BE7F-31F7C8125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7062" y="4499665"/>
            <a:ext cx="7889876" cy="1849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Course Learning Objectives (CLOs)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r>
              <a:rPr lang="en-US">
                <a:solidFill>
                  <a:schemeClr val="tx1"/>
                </a:solidFill>
              </a:rPr>
              <a:t>The CCSW325 will enable you to:</a:t>
            </a:r>
          </a:p>
          <a:p>
            <a:pPr lvl="1"/>
            <a:r>
              <a:rPr lang="en-US" b="1"/>
              <a:t>[</a:t>
            </a:r>
            <a:r>
              <a:rPr lang="en-US" b="1">
                <a:solidFill>
                  <a:srgbClr val="C00000"/>
                </a:solidFill>
              </a:rPr>
              <a:t>CLO 1.1</a:t>
            </a:r>
            <a:r>
              <a:rPr lang="en-US" b="1"/>
              <a:t>]: </a:t>
            </a:r>
            <a:r>
              <a:rPr lang="en-US">
                <a:solidFill>
                  <a:schemeClr val="tx1"/>
                </a:solidFill>
              </a:rPr>
              <a:t>Introduce software construction fundamentals. </a:t>
            </a:r>
            <a:endParaRPr lang="en-US" b="1">
              <a:solidFill>
                <a:schemeClr val="tx1"/>
              </a:solidFill>
            </a:endParaRPr>
          </a:p>
          <a:p>
            <a:pPr lvl="1"/>
            <a:endParaRPr lang="en-US" sz="1000"/>
          </a:p>
          <a:p>
            <a:pPr lvl="1"/>
            <a:r>
              <a:rPr lang="en-US" b="1"/>
              <a:t>[</a:t>
            </a:r>
            <a:r>
              <a:rPr lang="en-US" b="1">
                <a:solidFill>
                  <a:srgbClr val="C00000"/>
                </a:solidFill>
              </a:rPr>
              <a:t>CLO 1.2</a:t>
            </a:r>
            <a:r>
              <a:rPr lang="en-US" b="1"/>
              <a:t>]: </a:t>
            </a:r>
            <a:r>
              <a:rPr lang="en-US">
                <a:solidFill>
                  <a:schemeClr val="tx1"/>
                </a:solidFill>
              </a:rPr>
              <a:t>Introduce some topics related to software maintenance.</a:t>
            </a:r>
          </a:p>
          <a:p>
            <a:pPr lvl="1"/>
            <a:endParaRPr lang="en-US" sz="1000"/>
          </a:p>
          <a:p>
            <a:pPr lvl="1"/>
            <a:r>
              <a:rPr lang="en-US" b="1"/>
              <a:t>[</a:t>
            </a:r>
            <a:r>
              <a:rPr lang="en-US" b="1">
                <a:solidFill>
                  <a:srgbClr val="C00000"/>
                </a:solidFill>
              </a:rPr>
              <a:t>CLO 2.1</a:t>
            </a:r>
            <a:r>
              <a:rPr lang="en-US" b="1"/>
              <a:t>]: </a:t>
            </a:r>
            <a:r>
              <a:rPr lang="en-US">
                <a:solidFill>
                  <a:schemeClr val="tx1"/>
                </a:solidFill>
              </a:rPr>
              <a:t>Apply advance principles and best practice to create clean and high-quality code.</a:t>
            </a:r>
            <a:endParaRPr lang="en-US" b="1">
              <a:solidFill>
                <a:schemeClr val="tx1"/>
              </a:solidFill>
            </a:endParaRPr>
          </a:p>
          <a:p>
            <a:pPr lvl="1"/>
            <a:endParaRPr lang="en-US" sz="1000" b="1"/>
          </a:p>
          <a:p>
            <a:pPr lvl="1"/>
            <a:r>
              <a:rPr lang="en-US" b="1"/>
              <a:t>[</a:t>
            </a:r>
            <a:r>
              <a:rPr lang="en-US" b="1">
                <a:solidFill>
                  <a:srgbClr val="C00000"/>
                </a:solidFill>
              </a:rPr>
              <a:t>CLO 2.2</a:t>
            </a:r>
            <a:r>
              <a:rPr lang="en-US" b="1"/>
              <a:t>]: </a:t>
            </a:r>
            <a:r>
              <a:rPr lang="en-US">
                <a:solidFill>
                  <a:schemeClr val="tx1"/>
                </a:solidFill>
              </a:rPr>
              <a:t>Apply code tuning strategies and techniques to write efficient code.</a:t>
            </a:r>
          </a:p>
          <a:p>
            <a:pPr lvl="1"/>
            <a:endParaRPr lang="en-US" sz="1000" b="1"/>
          </a:p>
          <a:p>
            <a:pPr lvl="1"/>
            <a:r>
              <a:rPr lang="en-US" b="1"/>
              <a:t>[</a:t>
            </a:r>
            <a:r>
              <a:rPr lang="en-US" b="1">
                <a:solidFill>
                  <a:srgbClr val="C00000"/>
                </a:solidFill>
              </a:rPr>
              <a:t>CLO 2.3</a:t>
            </a:r>
            <a:r>
              <a:rPr lang="en-US" b="1"/>
              <a:t>]: </a:t>
            </a:r>
            <a:r>
              <a:rPr lang="en-US">
                <a:solidFill>
                  <a:schemeClr val="tx1"/>
                </a:solidFill>
              </a:rPr>
              <a:t>Apply code refactoring methods to reformulate the code into a more understandable and maintainable form.</a:t>
            </a:r>
            <a:endParaRPr lang="en-US" b="1">
              <a:solidFill>
                <a:schemeClr val="tx1"/>
              </a:solidFill>
            </a:endParaRPr>
          </a:p>
          <a:p>
            <a:pPr algn="just"/>
            <a:endParaRPr lang="en-US" sz="240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Assessment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FF89F2-7575-AB99-60B5-9A6FE67C99E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3308" y="1201737"/>
            <a:ext cx="6196259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Course Content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658175F9-EA42-7892-4ED0-B456B548401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488" y="1909896"/>
            <a:ext cx="7889875" cy="2200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Grading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4F9A09-D35B-195A-365B-D85D2932A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992347"/>
              </p:ext>
            </p:extLst>
          </p:nvPr>
        </p:nvGraphicFramePr>
        <p:xfrm>
          <a:off x="2011680" y="1824063"/>
          <a:ext cx="5120633" cy="2225039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376409">
                  <a:extLst>
                    <a:ext uri="{9D8B030D-6E8A-4147-A177-3AD203B41FA5}">
                      <a16:colId xmlns:a16="http://schemas.microsoft.com/office/drawing/2014/main" val="3657249287"/>
                    </a:ext>
                  </a:extLst>
                </a:gridCol>
                <a:gridCol w="2065662">
                  <a:extLst>
                    <a:ext uri="{9D8B030D-6E8A-4147-A177-3AD203B41FA5}">
                      <a16:colId xmlns:a16="http://schemas.microsoft.com/office/drawing/2014/main" val="110968368"/>
                    </a:ext>
                  </a:extLst>
                </a:gridCol>
                <a:gridCol w="1398404">
                  <a:extLst>
                    <a:ext uri="{9D8B030D-6E8A-4147-A177-3AD203B41FA5}">
                      <a16:colId xmlns:a16="http://schemas.microsoft.com/office/drawing/2014/main" val="2664406794"/>
                    </a:ext>
                  </a:extLst>
                </a:gridCol>
                <a:gridCol w="1280158">
                  <a:extLst>
                    <a:ext uri="{9D8B030D-6E8A-4147-A177-3AD203B41FA5}">
                      <a16:colId xmlns:a16="http://schemas.microsoft.com/office/drawing/2014/main" val="183313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Assessment Task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Due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Total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96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Mid-term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05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 Project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36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 Activities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44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Quizzes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72685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Final Exam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18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7606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67237D-1D05-88AC-5982-981117F72695}"/>
              </a:ext>
            </a:extLst>
          </p:cNvPr>
          <p:cNvSpPr txBox="1"/>
          <p:nvPr/>
        </p:nvSpPr>
        <p:spPr>
          <a:xfrm>
            <a:off x="1685580" y="4375532"/>
            <a:ext cx="64613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r>
              <a:rPr lang="en-US" b="1" dirty="0">
                <a:solidFill>
                  <a:srgbClr val="4D5156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4D5156"/>
                </a:solidFill>
                <a:latin typeface="arial"/>
                <a:cs typeface="arial"/>
              </a:rPr>
              <a:t>This is a 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tentative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 </a:t>
            </a:r>
            <a:r>
              <a:rPr lang="en-US" dirty="0">
                <a:solidFill>
                  <a:srgbClr val="4D5156"/>
                </a:solidFill>
                <a:latin typeface="arial"/>
                <a:cs typeface="arial"/>
              </a:rPr>
              <a:t>outline for the course and may be updated based on instructor discretion.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Learning Resources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696CB30A-1AC2-9E10-76A5-CBA742D342E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621" y="1201737"/>
            <a:ext cx="7286272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4463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latin typeface="+mn-lt"/>
              </a:rPr>
              <a:t>Please Note ..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r>
              <a:rPr lang="en-US" sz="2000">
                <a:solidFill>
                  <a:schemeClr val="tx1"/>
                </a:solidFill>
              </a:rPr>
              <a:t>Homework and project deliverables will be due at the </a:t>
            </a:r>
            <a:r>
              <a:rPr lang="en-US" sz="2000" i="1">
                <a:solidFill>
                  <a:schemeClr val="tx1"/>
                </a:solidFill>
              </a:rPr>
              <a:t>specified time </a:t>
            </a:r>
            <a:r>
              <a:rPr lang="en-US" sz="2000">
                <a:solidFill>
                  <a:schemeClr val="tx1"/>
                </a:solidFill>
              </a:rPr>
              <a:t>on the </a:t>
            </a:r>
            <a:r>
              <a:rPr lang="en-US" sz="2000" i="1">
                <a:solidFill>
                  <a:schemeClr val="tx1"/>
                </a:solidFill>
              </a:rPr>
              <a:t>specified day</a:t>
            </a:r>
            <a:r>
              <a:rPr lang="en-US" sz="2000">
                <a:solidFill>
                  <a:schemeClr val="tx1"/>
                </a:solidFill>
              </a:rPr>
              <a:t>, in the </a:t>
            </a:r>
            <a:r>
              <a:rPr lang="en-US" sz="2000" i="1">
                <a:solidFill>
                  <a:schemeClr val="tx1"/>
                </a:solidFill>
              </a:rPr>
              <a:t>specified format</a:t>
            </a:r>
            <a:r>
              <a:rPr lang="en-US" sz="2000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US" sz="2000">
                <a:solidFill>
                  <a:schemeClr val="tx1"/>
                </a:solidFill>
              </a:rPr>
              <a:t>Late quizzes, homework assignments, lab activities, and project deliverables </a:t>
            </a:r>
            <a:r>
              <a:rPr lang="en-US" sz="2000" b="1" u="sng">
                <a:solidFill>
                  <a:srgbClr val="C00000"/>
                </a:solidFill>
              </a:rPr>
              <a:t>WILL NOT BE ACCEPTED</a:t>
            </a:r>
            <a:r>
              <a:rPr lang="en-US" sz="2000"/>
              <a:t>.</a:t>
            </a:r>
          </a:p>
          <a:p>
            <a:pPr lvl="1"/>
            <a:endParaRPr lang="en-US" sz="2000" b="1"/>
          </a:p>
          <a:p>
            <a:pPr algn="just"/>
            <a:endParaRPr lang="en-US" sz="240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00678A35-F9D4-610A-9FE8-B72788F7C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259" y="2797781"/>
            <a:ext cx="798512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8</TotalTime>
  <Words>381</Words>
  <Application>Microsoft Office PowerPoint</Application>
  <PresentationFormat>On-screen Show (4:3)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Eurostile</vt:lpstr>
      <vt:lpstr>Wingdings</vt:lpstr>
      <vt:lpstr>Theme CPIT 110</vt:lpstr>
      <vt:lpstr>Custom Design</vt:lpstr>
      <vt:lpstr>PowerPoint Presentation</vt:lpstr>
      <vt:lpstr>Course Description</vt:lpstr>
      <vt:lpstr>Course Description</vt:lpstr>
      <vt:lpstr>Course Objectives</vt:lpstr>
      <vt:lpstr>Course Learning Objectives (CLOs)</vt:lpstr>
      <vt:lpstr>Assessment</vt:lpstr>
      <vt:lpstr>Course Content</vt:lpstr>
      <vt:lpstr>Grading</vt:lpstr>
      <vt:lpstr>Learning Resources</vt:lpstr>
      <vt:lpstr>Please Note 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34</cp:revision>
  <dcterms:created xsi:type="dcterms:W3CDTF">2019-06-07T16:06:41Z</dcterms:created>
  <dcterms:modified xsi:type="dcterms:W3CDTF">2025-06-19T05:51:49Z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